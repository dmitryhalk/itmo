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64" r:id="rId4"/>
    <p:sldId id="265" r:id="rId5"/>
    <p:sldId id="266" r:id="rId6"/>
    <p:sldId id="277" r:id="rId7"/>
    <p:sldId id="267" r:id="rId8"/>
    <p:sldId id="278" r:id="rId9"/>
    <p:sldId id="268" r:id="rId10"/>
    <p:sldId id="269" r:id="rId11"/>
    <p:sldId id="270" r:id="rId12"/>
    <p:sldId id="271" r:id="rId13"/>
    <p:sldId id="272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оутбук 6" initials="Н6" lastIdx="1" clrIdx="0">
    <p:extLst>
      <p:ext uri="{19B8F6BF-5375-455C-9EA6-DF929625EA0E}">
        <p15:presenceInfo xmlns:p15="http://schemas.microsoft.com/office/powerpoint/2012/main" userId="Ноутбук 6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3" autoAdjust="0"/>
    <p:restoredTop sz="87307" autoAdjust="0"/>
  </p:normalViewPr>
  <p:slideViewPr>
    <p:cSldViewPr snapToGrid="0">
      <p:cViewPr varScale="1">
        <p:scale>
          <a:sx n="81" d="100"/>
          <a:sy n="81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2.8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929 1 24575,'0'0'0,"-5"19"0,-7 25 0,-6 19 0,-20 24 0,-45 134 0,-75 311 0,-2 28-7594,18-23 9764,26-87-3255,29-83 467,30-90 795,24-82-265,17-68 88,12-56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3.8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944.40076"/>
      <inkml:brushProperty name="anchorY" value="-2533.81567"/>
      <inkml:brushProperty name="scaleFactor" value="0.5"/>
    </inkml:brush>
  </inkml:definitions>
  <inkml:trace contextRef="#ctx0" brushRef="#br0">449 98 24575,'0'0'0,"5"0"0,8-5 0,10-12 0,16-6 0,4-5 0,12 3 0,-20 42 0,-13-12 0,-1 1 0,1 2 0,32 15 0,112 56 0,0 22 0,-18 2 0,-25-7 0,-35-10 0,-74-70 0,-1-1 0,18 31 0,7 16 0,-33-49 0,-1-3 0,0 1 0,3 17 0,1 30 0,-7-2 0,-3 0 0,-13 17 0,-34-10 0,-41 53 0,-70 68 0,-14-4-1398,-7-28 1797,22-35-598,117-91 176,-55 26 0,69-37 29,-58 18 1,66-25-9,0-3 0,-31 5-1,36-6 3,0-2 0,-24 0 0,-13-4 0,13-9 0,2-8 1396,-1-10-1795,2 1 647,7 0-262,2 4 21,2 2-7,0 5 0,0-1 0,4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5.09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3409.38354"/>
      <inkml:brushProperty name="anchorY" value="-3145.16479"/>
      <inkml:brushProperty name="scaleFactor" value="0.5"/>
    </inkml:brush>
  </inkml:definitions>
  <inkml:trace contextRef="#ctx0" brushRef="#br0">1 2615 24575,'0'0'0,"0"-10"0,11-31 0,23-61 0,6-18 0,21-70 0,11-22 0,14-65-2269,-6-10 2917,2-6-972,-12 15 324,-5 25 0,-11 49 0,-15 40 546,-6 46-702,-30 110 172,0-2-1,1 1 1,0-1-1,8-12 1,-10 22-16,-1 0 0,-1-1 0,1 1 0,-1-1 0,1 1 0,-1-1 0,1 1 0,0-1 0,-1 1 0,1 0 0,0-1 0,-1 1 0,1 0 0,0 0 0,-1-1 0,1 1 0,0 0 0,0 0 0,-1 0 0,1 0 0,0 0 0,0 0 0,-1 0 0,1 0 0,0 0 0,0 0 0,-1 1 0,1-1 0,0 0 0,-1 0 0,1 1 0,0-1 0,-1 0 0,1 1 0,0-1 0,-1 1 0,1-1 0,-1 1 0,1-1 0,-1 1 0,1-1 0,-1 1 0,1 1 0,6 9 0,-1-1 0,-1 1 0,0-1 0,-1 1 0,5 14 0,27 106 0,-6 40 0,-7 23 0,-7-14 0,-7-8 0,-5-1 0,3-8 0,-2 0 0,0-7 0,-2-15 1723,-1-16-2215,-1-21 738,0-22-246,-1-21 0,0-15 0,5-11 0,0-12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5.6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421.56702"/>
      <inkml:brushProperty name="anchorY" value="-3751.90674"/>
      <inkml:brushProperty name="scaleFactor" value="0.5"/>
    </inkml:brush>
  </inkml:definitions>
  <inkml:trace contextRef="#ctx0" brushRef="#br0">1 158 24575,'0'0'0,"9"0"0,15 0 0,11 0 0,14 0 0,2-5 0,16-7 0,6 1 0,-3 0 0,-3-2 0,1-5 0,-1-2 0,-3 1 0,-14-1 0,-8 4 0,-13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3.1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0.7731"/>
      <inkml:brushProperty name="anchorY" value="-5418.39307"/>
      <inkml:brushProperty name="scaleFactor" value="0.5"/>
    </inkml:brush>
  </inkml:definitions>
  <inkml:trace contextRef="#ctx0" brushRef="#br0">604 0 24575,'0'0'0,"0"5"0,-5 13 0,-7 11 0,-10 21 0,-6 15 0,-3 11 0,-7 7 0,-6 15 0,1 8 0,2-5 0,9 2 0,3 7 0,8-3 0,7 1 0,6-4 0,5 6 0,1 2 0,3 1 0,6 1 0,0-6 0,6-11 0,4-6 0,10-5 0,9-3 0,8-6 0,-31-62 0,-1 1 0,19 17 0,23 21 0,3-10 0,0-8 0,-1-11 0,1-2 0,0-8 0,6-5 0,-7-10 0,6-10 0,0-6 0,-7-2 0,-6-8 0,-8-2 0,-5-3 0,-10-6 0,-8-5 0,-2 5 0,-6-9 0,-3-14 0,-14 20 0,-9-40 0,-17 23 0,-45-84 0,23 70 0,-68-80 0,-63-54-1912,10 41 2459,21 41-820,119 98 273,-55-29 0,69 42 0,0 1 0,-36-11 0,42 16 0,2 2 0,-1 0 0,-22-2 0,26 3 0,0 2 0,0 0 0,-17 2 0,-18 3 0,15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3.68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289.28052"/>
      <inkml:brushProperty name="anchorY" value="-5308.48633"/>
      <inkml:brushProperty name="scaleFactor" value="0.5"/>
    </inkml:brush>
  </inkml:definitions>
  <inkml:trace contextRef="#ctx0" brushRef="#br0">0 72 24575,'0'0'0,"5"0"0,7 0 0,11 0 0,11 0 0,8 0 0,13-6 0,17 0 0,24-5 0,13 0 0,20-3 0,-2 1 0,-22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4.4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35.13788"/>
      <inkml:brushProperty name="anchorY" value="-6253.59912"/>
      <inkml:brushProperty name="scaleFactor" value="0.5"/>
    </inkml:brush>
  </inkml:definitions>
  <inkml:trace contextRef="#ctx0" brushRef="#br0">789 1 24575,'0'0'0,"-14"0"0,-12 0 0,-2 0 0,-15 5 0,-6 18 0,24-4 0,-28 25 0,3 51 0,-37 69 0,-54 127 0,16 8 0,34 13 0,35-38 0,59-222 0,-3-5 0,2 0 0,14 90 0,-11-93 0,6 6 0,33 94 0,-32-104-234,5 1-1,42 71 1,-47-87 284,5 2 0,1-2 1,30 34-1,-31-37-75,1-3-1,1-1 1,27 21 0,-24-18 25,48 27 0,-46-33 0,47 18 0,15 2 0,3-9 0,-6-8 0,4-8 0,6-4 704,5-10-905,1-13 301,-69 8-100,42-17 0,-38 7 0,49-31 0,31-40 0,-15-9 0,-71 65 0,31-51 0,-39 53 0,24-55 0,-31 55 0,17-63 0,-20 57 0,5-49 0,-3-36 0,-9-10 0,-16-13 0,2 94 0,-16-52 0,-29-60 0,-20 6 0,-10 4 0,-6 16 0,-2 21 0,8 26 0,6 22 0,58 53 0,-33-18 0,-11 2 0,6 14 0,3 10 0,3 6 0,0 15 0,-6 13 0,0 18 0,-6 14 0,5 12 0,8 9 0,12-12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4.97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746.60046"/>
      <inkml:brushProperty name="anchorY" value="-5917.7085"/>
      <inkml:brushProperty name="scaleFactor" value="0.5"/>
    </inkml:brush>
  </inkml:definitions>
  <inkml:trace contextRef="#ctx0" brushRef="#br0">394 1 24575,'0'0'0,"0"19"0,0 47 0,11 37 0,0 42 0,-10 28 0,-20 76 0,-15 23-2322,-5-6 2985,-3-28-994,1-34 889,-8-32-717,3-49 238,38-104-79,-1-2 0,-18 28 0,23-37 0,0-2 0,-1 0 0,1 0 0,-2-1 0,1 1 0,-6 3 0,8-4 0,0-3 0,0 0 0,0 0 0,0 0 0,0-1 0,0 1 0,0-1 0,0 1 0,-6 0 0,7 1 0,0-2 0,0-1 0,0 1 0,-1-1 0,1 0 0,0 1 0,0-1 0,-1 0 0,1 0 0,-3-1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5.31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2155.51196"/>
      <inkml:brushProperty name="anchorY" value="-7085.38916"/>
      <inkml:brushProperty name="scaleFactor" value="0.5"/>
    </inkml:brush>
  </inkml:definitions>
  <inkml:trace contextRef="#ctx0" brushRef="#br0">1 1134 24575,'0'0'0,"9"-15"0,27-21 0,10-22 0,21-19 0,5-11 0,7-11 0,15-7 0,-2 1 0,-1 3 0,-12 10 0,-2 5 0,-2 9 0,1 1 0,-9 13 0,-15 15-7914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6.28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27.46252"/>
      <inkml:brushProperty name="anchorY" value="-6968.59082"/>
      <inkml:brushProperty name="scaleFactor" value="0.5"/>
    </inkml:brush>
  </inkml:definitions>
  <inkml:trace contextRef="#ctx0" brushRef="#br0">57 2941 24575,'0'0'0,"-5"-10"0,-7-14 0,0-5 0,2-3 0,2-13 0,2-17 0,3-10 0,7-26 0,6-16 0,19-19 0,11-21 0,14-29 0,7-29 0,-3-27-1210,0-3 1556,-7 9-519,-11 19 173,-7 39 0,-10 37 0,3 10 0,-7 18 0,-4 16 0,-5 20 0,-4 17 0,-4 13 1210,-1 20-1556,-1 40 519,10 72-173,6 47 0,1 36 0,-3 124 0,-3 28-2531,-9-13 3254,-9-20-1084,-2-27 361,-1-36-768,-4-32 987,2-30-328,-3-23 109,2-22 0,-3-28 0,3-22 0,-3-20 2439,-2-17-3136,15-31 818,1 0 0,0 0 0,0 0-1,0-1 1,0 1 0,-1-1 0,1 1-1,-1-1 1,-4 2 0,-17 5-366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6.61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47.90576"/>
      <inkml:brushProperty name="anchorY" value="-8055.76416"/>
      <inkml:brushProperty name="scaleFactor" value="0.5"/>
    </inkml:brush>
  </inkml:definitions>
  <inkml:trace contextRef="#ctx0" brushRef="#br0">0 329 24575,'0'0'0,"0"-5"0,6-1 0,5 0 0,7-4 0,9-5 0,5-5 0,7-9 0,6-19 0,4-14 0,0-7 0,-11 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7.54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78.38281"/>
      <inkml:brushProperty name="anchorY" value="-8743.3916"/>
      <inkml:brushProperty name="scaleFactor" value="0.5"/>
    </inkml:brush>
  </inkml:definitions>
  <inkml:trace contextRef="#ctx0" brushRef="#br0">256 194 24575,'0'0'0,"0"24"0,0 38 0,0 24 0,0 57 0,-5 48 0,-13 27 0,-5 24 0,-5 12 0,4 1 0,-13 97 0,6-8 0,5-41-2355,7-64 3028,7-68-1010,6-68 337,3-61 0,0-40 0,0-14 0,-2-36 0,1-14 0,0-14 0,2-13 2356,1 2-3029,0-12 1009,1 0-336,0 1 0,0-3 0,0 9 0,0 3 0,6-3 0,6-4 0,5-10 0,5 1 0,9-4 0,3-7 0,6-13 0,0 0 0,-7 11 0,-3 9 0,-2 4 0,10-10 0,0 5 0,5-8 0,5-16 0,4-2 0,-4 7 0,2 22 0,-5 16 0,-10 21 0,-10 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8.09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54.36768"/>
      <inkml:brushProperty name="anchorY" value="-9565.99219"/>
      <inkml:brushProperty name="scaleFactor" value="0.5"/>
    </inkml:brush>
  </inkml:definitions>
  <inkml:trace contextRef="#ctx0" brushRef="#br0">0 668 24575,'0'0'0,"10"0"0,14 0 0,21 0 0,16-12 0,13-16 0,109-74 0,25-23 0,19-6-1428,-29 14 1836,-39 27-612,-47 28 204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8.73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71.04053"/>
      <inkml:brushProperty name="anchorY" value="-9915.38184"/>
      <inkml:brushProperty name="scaleFactor" value="0.5"/>
    </inkml:brush>
  </inkml:definitions>
  <inkml:trace contextRef="#ctx0" brushRef="#br0">1 772 24575,'0'0'0,"14"0"0,28-11 0,27-24 0,20-11 0,43-26 0,21-12 0,0-6 0,-5 2 0,-8 6 0,-21 13 0,-30 13 0,-23 16 0,-19 9 0,-12 11 0,-8 3 0,-3 0 0,-7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9.6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751.19043"/>
      <inkml:brushProperty name="anchorY" value="-10159.7832"/>
      <inkml:brushProperty name="scaleFactor" value="0.5"/>
    </inkml:brush>
  </inkml:definitions>
  <inkml:trace contextRef="#ctx0" brushRef="#br0">569 1 24575,'0'0'0,"10"9"0,9 27 0,-2 27 0,-1 21 0,-5 22 0,-3 39 0,-9 28 0,-8 14 0,-14 10 0,-16 33 0,-10 20-2024,-7 17 2602,-4 16-8111,-7 18 9603,-21 42-3284,10-26 1265,8-62-76,7-81 25,52-141 0,-25 41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9.9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166.43359"/>
      <inkml:brushProperty name="anchorY" value="-12670.86035"/>
      <inkml:brushProperty name="scaleFactor" value="0.5"/>
    </inkml:brush>
  </inkml:definitions>
  <inkml:trace contextRef="#ctx0" brushRef="#br0">0 3175 24575,'0'0'0,"10"-34"0,37-74 0,16-19 0,32-38 0,66-48 0,39-32 0,122-74 0,108-66-6939,-5 30 8922,-13 27-2975,-54 60 992,-73 58-696,-68 57 895,-57 43-596,-57 37 482,-34 31-128,-19 15 43,-21 15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17EBB-976A-4F53-A5EA-2539C42F91D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58FB8-02E7-4E36-ACD4-A2754589A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1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C15AF-9997-4CA8-B163-870A91517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64FE83-2B80-4AEB-8455-373FD4A5E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33DBC-ACCD-4408-9AEB-898254D2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5A112E-6753-4A4A-90C3-DD273E1D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CB83BC-9DDB-4466-B0CF-F040B31E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50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0D4AD-61A8-488E-90E4-8C4566B5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85C6D-ECF0-4B74-BDE2-96A49ED22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311857-C9FA-4128-BCF3-931D4324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B0DE8-F3A4-4B16-BB00-DA6EBAD8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57ACD4-8443-4CE6-B318-BAFCC786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8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0B48A-B60A-4DA5-9602-6C1FBCFA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558294-B697-4C89-B7C0-1F0B9075B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FF9D82-7F7C-4B00-9CEC-C7B64697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D2F5E-0507-4240-82C0-B331E9EC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81515-6934-4F36-8698-98094B63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23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4DE7B-AA1F-40CA-8C96-D5DAD208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F9EB2-4FAE-4830-8C23-18DBF0AE9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971FFC-FA6A-408D-A06E-E4A657B93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931D0A-EE18-4654-909E-003548AC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82366-D8F1-4E03-BBC8-D8CE58DF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193521-19EE-48E2-ADBF-2C9D0D0A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8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4C577-D14D-4A4C-A7AC-F98510CB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DAF335-B1BD-429B-9AF6-314CAB6D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12CB10-5D42-4EF0-8D12-83B9E44FB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A33FEB-0425-47F7-8325-1AD6F0B97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689B28-4E7C-41F9-8E18-1D5583B9D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6BB550-DC43-4021-B0EE-FCAD8B4A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3DAFCD-F1A8-4C9E-86DF-D4BEE1E2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35AA96-5F14-4DB2-AA48-9F4A971F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767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E8972-8EAF-4AB8-BB1E-03B5EB7A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3C4633-0BF1-45F6-926D-06ABFCE13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F1E4EB-5668-46C8-A3FF-7D3EBF3A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FEF0F2-5E64-46C1-B2AF-33211CB8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21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B873C2-A3C8-4BF1-8662-13E33D24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E95E1D-C082-41E7-86C2-B2A380FD1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71096F-F119-4899-86A1-DDA72F59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088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53FC7-0DAF-42C2-B08B-7135F078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3F3EB8-27EA-4873-BDE9-3DBD277F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9DB755-789A-4DB2-9475-F92E09E89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2349DB-10DE-4781-9BAD-004ACB71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3EE15C-7F2F-4192-8683-E616FEAF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25C3AF-CEFF-4309-BC6E-F378432F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375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675E4-B223-484C-B9AB-57D1047D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170281-56E6-451C-AA4C-3FBF1FEDD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BD40BF-B928-4F88-BA1C-76D9FDB33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5B1BB8-AC5E-4CA4-9B98-AFFDCF3D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D023F6-5B47-4F60-AA92-44C6B88F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23C549-BEA2-4793-BB5C-7B8D0ADB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902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C96ED-83EE-42AF-B5A3-71774B13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24530D-6E60-41E1-8306-A375918BF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B733E0-11F5-4180-941D-0F9E7DF9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52A6A0-7BFA-4F74-A491-13BEF33D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5DDB3-A65F-4E05-AB20-650236BF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748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7D7438-3E06-4EF7-8B1E-7A2D6743F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3A48FF-3F57-4B70-9BC7-8D90C4ED5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799A1A-27B2-44CC-AF4A-1B60C7A3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ECCC8A-06F0-4A76-9D58-C24794B1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3723E8-E445-432D-9087-77CB0A04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368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BAF7-513B-485B-A426-EF03E276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4390E6-DBDD-43FA-84DA-064FE8C00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B62970-93D3-46D7-AD72-9437D5080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39687-7A90-4C5D-B469-C87180E82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B95C81-8662-4C15-BE8A-7B38187C6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14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0.png"/><Relationship Id="rId3" Type="http://schemas.openxmlformats.org/officeDocument/2006/relationships/image" Target="../media/image100.png"/><Relationship Id="rId12" Type="http://schemas.openxmlformats.org/officeDocument/2006/relationships/image" Target="../media/image141.png"/><Relationship Id="rId2" Type="http://schemas.openxmlformats.org/officeDocument/2006/relationships/image" Target="../media/image31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20.png"/><Relationship Id="rId5" Type="http://schemas.openxmlformats.org/officeDocument/2006/relationships/image" Target="../media/image121.png"/><Relationship Id="rId1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7.png"/><Relationship Id="rId14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10.png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12" Type="http://schemas.openxmlformats.org/officeDocument/2006/relationships/image" Target="../media/image20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90.png"/><Relationship Id="rId5" Type="http://schemas.openxmlformats.org/officeDocument/2006/relationships/image" Target="../media/image24.png"/><Relationship Id="rId10" Type="http://schemas.openxmlformats.org/officeDocument/2006/relationships/image" Target="../media/image180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png"/><Relationship Id="rId18" Type="http://schemas.openxmlformats.org/officeDocument/2006/relationships/image" Target="../media/image33.png"/><Relationship Id="rId3" Type="http://schemas.openxmlformats.org/officeDocument/2006/relationships/image" Target="../media/image30.png"/><Relationship Id="rId12" Type="http://schemas.openxmlformats.org/officeDocument/2006/relationships/image" Target="../media/image240.png"/><Relationship Id="rId17" Type="http://schemas.openxmlformats.org/officeDocument/2006/relationships/image" Target="../media/image32.png"/><Relationship Id="rId2" Type="http://schemas.openxmlformats.org/officeDocument/2006/relationships/image" Target="../media/image2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0.png"/><Relationship Id="rId5" Type="http://schemas.openxmlformats.org/officeDocument/2006/relationships/image" Target="../media/image170.png"/><Relationship Id="rId15" Type="http://schemas.openxmlformats.org/officeDocument/2006/relationships/image" Target="../media/image270.png"/><Relationship Id="rId10" Type="http://schemas.openxmlformats.org/officeDocument/2006/relationships/image" Target="../media/image220.png"/><Relationship Id="rId19" Type="http://schemas.openxmlformats.org/officeDocument/2006/relationships/image" Target="../media/image34.png"/><Relationship Id="rId4" Type="http://schemas.openxmlformats.org/officeDocument/2006/relationships/image" Target="../media/image160.png"/><Relationship Id="rId14" Type="http://schemas.openxmlformats.org/officeDocument/2006/relationships/image" Target="../media/image26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7.png"/><Relationship Id="rId26" Type="http://schemas.openxmlformats.org/officeDocument/2006/relationships/image" Target="../media/image41.png"/><Relationship Id="rId39" Type="http://schemas.openxmlformats.org/officeDocument/2006/relationships/image" Target="../media/image49.png"/><Relationship Id="rId21" Type="http://schemas.openxmlformats.org/officeDocument/2006/relationships/customXml" Target="../ink/ink9.xml"/><Relationship Id="rId34" Type="http://schemas.openxmlformats.org/officeDocument/2006/relationships/image" Target="../media/image45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7" Type="http://schemas.openxmlformats.org/officeDocument/2006/relationships/customXml" Target="../ink/ink2.xml"/><Relationship Id="rId2" Type="http://schemas.openxmlformats.org/officeDocument/2006/relationships/image" Target="../media/image280.png"/><Relationship Id="rId16" Type="http://schemas.openxmlformats.org/officeDocument/2006/relationships/image" Target="../media/image36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customXml" Target="../ink/ink4.xml"/><Relationship Id="rId24" Type="http://schemas.openxmlformats.org/officeDocument/2006/relationships/image" Target="../media/image40.png"/><Relationship Id="rId32" Type="http://schemas.openxmlformats.org/officeDocument/2006/relationships/image" Target="../media/image44.png"/><Relationship Id="rId37" Type="http://schemas.openxmlformats.org/officeDocument/2006/relationships/image" Target="../media/image47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42.png"/><Relationship Id="rId36" Type="http://schemas.openxmlformats.org/officeDocument/2006/relationships/image" Target="../media/image46.png"/><Relationship Id="rId10" Type="http://schemas.openxmlformats.org/officeDocument/2006/relationships/image" Target="../media/image330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54.png"/><Relationship Id="rId4" Type="http://schemas.openxmlformats.org/officeDocument/2006/relationships/image" Target="../media/image300.png"/><Relationship Id="rId9" Type="http://schemas.openxmlformats.org/officeDocument/2006/relationships/customXml" Target="../ink/ink3.xml"/><Relationship Id="rId14" Type="http://schemas.openxmlformats.org/officeDocument/2006/relationships/image" Target="../media/image35.png"/><Relationship Id="rId22" Type="http://schemas.openxmlformats.org/officeDocument/2006/relationships/image" Target="../media/image39.png"/><Relationship Id="rId27" Type="http://schemas.openxmlformats.org/officeDocument/2006/relationships/customXml" Target="../ink/ink12.xml"/><Relationship Id="rId30" Type="http://schemas.openxmlformats.org/officeDocument/2006/relationships/image" Target="../media/image43.png"/><Relationship Id="rId35" Type="http://schemas.openxmlformats.org/officeDocument/2006/relationships/customXml" Target="../ink/ink16.xml"/><Relationship Id="rId43" Type="http://schemas.openxmlformats.org/officeDocument/2006/relationships/image" Target="../media/image53.png"/><Relationship Id="rId8" Type="http://schemas.openxmlformats.org/officeDocument/2006/relationships/image" Target="../media/image320.png"/><Relationship Id="rId3" Type="http://schemas.openxmlformats.org/officeDocument/2006/relationships/image" Target="../media/image290.png"/><Relationship Id="rId12" Type="http://schemas.openxmlformats.org/officeDocument/2006/relationships/image" Target="../media/image340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20" Type="http://schemas.openxmlformats.org/officeDocument/2006/relationships/image" Target="../media/image38.png"/><Relationship Id="rId41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7A7E8D-F9AF-448F-ADCC-0CCA42F41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03" y="5432496"/>
            <a:ext cx="3690274" cy="2076937"/>
          </a:xfrm>
        </p:spPr>
        <p:txBody>
          <a:bodyPr>
            <a:normAutofit/>
          </a:bodyPr>
          <a:lstStyle/>
          <a:p>
            <a:pPr algn="l">
              <a:lnSpc>
                <a:spcPct val="75000"/>
              </a:lnSpc>
            </a:pPr>
            <a:r>
              <a:rPr lang="ru-RU" b="1" dirty="0"/>
              <a:t>Авторы:    </a:t>
            </a:r>
          </a:p>
          <a:p>
            <a:pPr algn="l">
              <a:lnSpc>
                <a:spcPct val="75000"/>
              </a:lnSpc>
            </a:pPr>
            <a:r>
              <a:rPr lang="ru-RU" dirty="0"/>
              <a:t>Костенко Екатерина В.</a:t>
            </a:r>
            <a:r>
              <a:rPr lang="ru-RU" b="1" dirty="0"/>
              <a:t>           </a:t>
            </a:r>
          </a:p>
          <a:p>
            <a:pPr algn="l">
              <a:lnSpc>
                <a:spcPct val="75000"/>
              </a:lnSpc>
            </a:pPr>
            <a:r>
              <a:rPr lang="ru-RU" dirty="0" err="1"/>
              <a:t>Халкечев</a:t>
            </a:r>
            <a:r>
              <a:rPr lang="ru-RU" dirty="0"/>
              <a:t> Дмитрий А.   </a:t>
            </a:r>
          </a:p>
          <a:p>
            <a:pPr algn="l">
              <a:lnSpc>
                <a:spcPct val="75000"/>
              </a:lnSpc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B9791-353B-4A62-B856-69336BD88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408" y="1443675"/>
            <a:ext cx="10395785" cy="23876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472C4"/>
                </a:solidFill>
                <a:latin typeface="+mn-lt"/>
              </a:rPr>
              <a:t>Автоматическое дифференцирование</a:t>
            </a:r>
            <a:br>
              <a:rPr lang="ru-RU" b="1" dirty="0">
                <a:solidFill>
                  <a:srgbClr val="4472C4"/>
                </a:solidFill>
                <a:latin typeface="+mn-lt"/>
              </a:rPr>
            </a:br>
            <a:r>
              <a:rPr lang="ru-RU" b="1" dirty="0">
                <a:solidFill>
                  <a:srgbClr val="4472C4"/>
                </a:solidFill>
                <a:latin typeface="+mn-lt"/>
              </a:rPr>
              <a:t>и Дуальные числа</a:t>
            </a:r>
            <a:endParaRPr lang="ru-RU" b="1" dirty="0">
              <a:ln w="19050">
                <a:noFill/>
              </a:ln>
              <a:solidFill>
                <a:srgbClr val="4472C4"/>
              </a:solidFill>
              <a:latin typeface="+mn-l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4412543-EDC7-4FE0-8FC3-740F20AAFC1C}"/>
              </a:ext>
            </a:extLst>
          </p:cNvPr>
          <p:cNvSpPr/>
          <p:nvPr/>
        </p:nvSpPr>
        <p:spPr>
          <a:xfrm rot="18108493">
            <a:off x="2619951" y="2036586"/>
            <a:ext cx="20175826" cy="873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553459-62B5-47BF-B5D1-3E3D2ACAF304}"/>
              </a:ext>
            </a:extLst>
          </p:cNvPr>
          <p:cNvSpPr/>
          <p:nvPr/>
        </p:nvSpPr>
        <p:spPr>
          <a:xfrm rot="20032980">
            <a:off x="7069683" y="5151207"/>
            <a:ext cx="7607244" cy="53975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320C84C-44A3-45BF-896A-5E1BA71FFC24}"/>
              </a:ext>
            </a:extLst>
          </p:cNvPr>
          <p:cNvSpPr/>
          <p:nvPr/>
        </p:nvSpPr>
        <p:spPr>
          <a:xfrm rot="4523956">
            <a:off x="7500948" y="4820525"/>
            <a:ext cx="5848209" cy="873611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4193FCE-64B6-2B07-3238-58F0A7CB402C}"/>
              </a:ext>
            </a:extLst>
          </p:cNvPr>
          <p:cNvSpPr txBox="1">
            <a:spLocks/>
          </p:cNvSpPr>
          <p:nvPr/>
        </p:nvSpPr>
        <p:spPr>
          <a:xfrm rot="18004982">
            <a:off x="7450064" y="85257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6376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96B02683-DB7D-3520-A1A8-3946AD2CF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503124"/>
              </p:ext>
            </p:extLst>
          </p:nvPr>
        </p:nvGraphicFramePr>
        <p:xfrm>
          <a:off x="1961990" y="35888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77DA0D-6B57-B912-E819-E84955A556CE}"/>
                  </a:ext>
                </a:extLst>
              </p:cNvPr>
              <p:cNvSpPr txBox="1"/>
              <p:nvPr/>
            </p:nvSpPr>
            <p:spPr>
              <a:xfrm>
                <a:off x="5162728" y="2058247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377DA0D-6B57-B912-E819-E84955A55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2058247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125B38-8C66-4A90-9DB7-10BCE8B0F5FB}"/>
                  </a:ext>
                </a:extLst>
              </p:cNvPr>
              <p:cNvSpPr txBox="1"/>
              <p:nvPr/>
            </p:nvSpPr>
            <p:spPr>
              <a:xfrm>
                <a:off x="1365598" y="20582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125B38-8C66-4A90-9DB7-10BCE8B0F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20582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C463335-6DDE-40A7-9666-73206AF7F4FC}"/>
              </a:ext>
            </a:extLst>
          </p:cNvPr>
          <p:cNvSpPr txBox="1"/>
          <p:nvPr/>
        </p:nvSpPr>
        <p:spPr>
          <a:xfrm>
            <a:off x="326568" y="996207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DC39F7-CFBF-2792-3B46-BE129A6F9F66}"/>
              </a:ext>
            </a:extLst>
          </p:cNvPr>
          <p:cNvSpPr/>
          <p:nvPr/>
        </p:nvSpPr>
        <p:spPr>
          <a:xfrm>
            <a:off x="-10406922" y="-7897542"/>
            <a:ext cx="26316742" cy="8736111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DEDE9DA-8273-46BF-93DD-81BB706CB800}"/>
              </a:ext>
            </a:extLst>
          </p:cNvPr>
          <p:cNvSpPr txBox="1">
            <a:spLocks/>
          </p:cNvSpPr>
          <p:nvPr/>
        </p:nvSpPr>
        <p:spPr>
          <a:xfrm>
            <a:off x="145143" y="-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0EC276-3159-4FEC-90B5-73C3C09DDE65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9638F2-D10F-4949-BC77-6AB1EDA72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477E45-7BD0-B44D-51D2-D471D5EC2114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26C90-9764-BF04-A579-9B36E805FA82}"/>
              </a:ext>
            </a:extLst>
          </p:cNvPr>
          <p:cNvSpPr txBox="1"/>
          <p:nvPr/>
        </p:nvSpPr>
        <p:spPr>
          <a:xfrm>
            <a:off x="-3554552" y="1148607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Численное: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8D8EAA-7D90-2E1C-A2F7-ED28410B61AF}"/>
                  </a:ext>
                </a:extLst>
              </p:cNvPr>
              <p:cNvSpPr txBox="1"/>
              <p:nvPr/>
            </p:nvSpPr>
            <p:spPr>
              <a:xfrm>
                <a:off x="-8987950" y="2100715"/>
                <a:ext cx="5745480" cy="1075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60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 sz="3600" i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8D8EAA-7D90-2E1C-A2F7-ED28410B6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987950" y="2100715"/>
                <a:ext cx="5745480" cy="10751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235CD908-C8A4-9600-504B-1FEA8C627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89801"/>
              </p:ext>
            </p:extLst>
          </p:nvPr>
        </p:nvGraphicFramePr>
        <p:xfrm>
          <a:off x="14692470" y="3929165"/>
          <a:ext cx="8128000" cy="1493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Работает с "чёрным ящиком"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Неточность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Простота реализации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Непрактично для градиентов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656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A9B-D8C4-62ED-6921-86AF50EA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7D40C-C1DC-3FE1-B6A2-99A98FAA6893}"/>
              </a:ext>
            </a:extLst>
          </p:cNvPr>
          <p:cNvSpPr txBox="1"/>
          <p:nvPr/>
        </p:nvSpPr>
        <p:spPr>
          <a:xfrm>
            <a:off x="326568" y="996207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Численное:</a:t>
            </a: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28A3D71F-8F91-76C1-5A03-796FB0B3B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865299"/>
              </p:ext>
            </p:extLst>
          </p:nvPr>
        </p:nvGraphicFramePr>
        <p:xfrm>
          <a:off x="1961990" y="3929165"/>
          <a:ext cx="8128000" cy="18592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Работает с "чёрным ящиком"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Неточность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Простота реализации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Непрактично для большого числа параметров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141E2-2E67-C840-77A2-26710FF474DA}"/>
                  </a:ext>
                </a:extLst>
              </p:cNvPr>
              <p:cNvSpPr txBox="1"/>
              <p:nvPr/>
            </p:nvSpPr>
            <p:spPr>
              <a:xfrm>
                <a:off x="3153250" y="2100715"/>
                <a:ext cx="5745480" cy="1075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60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 sz="3600" i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141E2-2E67-C840-77A2-26710FF47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250" y="2100715"/>
                <a:ext cx="5745480" cy="10751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4DD6C-E4D3-54AF-F4BF-54DB44C0A0B9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4DD6C-E4D3-54AF-F4BF-54DB44C0A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D2DC1B-45B8-8775-55C9-4BEF2D2988EF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D2DC1B-45B8-8775-55C9-4BEF2D298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0B8CD2-4E52-B195-A258-0877B591D734}"/>
              </a:ext>
            </a:extLst>
          </p:cNvPr>
          <p:cNvSpPr txBox="1"/>
          <p:nvPr/>
        </p:nvSpPr>
        <p:spPr>
          <a:xfrm>
            <a:off x="326568" y="-5574070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3F05F0-C950-A08E-566E-FC7406EBA979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D6AB711-D043-F090-CCA3-7DDF17ED1D34}"/>
              </a:ext>
            </a:extLst>
          </p:cNvPr>
          <p:cNvSpPr txBox="1">
            <a:spLocks/>
          </p:cNvSpPr>
          <p:nvPr/>
        </p:nvSpPr>
        <p:spPr>
          <a:xfrm>
            <a:off x="145143" y="-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09E3C-AB46-902C-91C3-6BF9500243A2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863016-2D89-B07D-24BA-18B25E885F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E19ACAC-FFEF-9DDD-B212-BC1F6A160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431989"/>
              </p:ext>
            </p:extLst>
          </p:nvPr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654892A-5940-32E7-DD34-37D3048F6968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18DBB585-9088-C40D-8F87-B3415638B11B}"/>
              </a:ext>
            </a:extLst>
          </p:cNvPr>
          <p:cNvSpPr txBox="1">
            <a:spLocks/>
          </p:cNvSpPr>
          <p:nvPr/>
        </p:nvSpPr>
        <p:spPr>
          <a:xfrm rot="9144323">
            <a:off x="10354487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1075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AC9E-1313-1FED-F3EC-DEFC7BAD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DA2260-F9F9-8528-10D3-DF3A4451A8F6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DA2260-F9F9-8528-10D3-DF3A4451A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AA7E0F-29C2-5657-DBEE-FD0DEC88D4F9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AA7E0F-29C2-5657-DBEE-FD0DEC88D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A703FAA-F48B-B35A-EA86-AB7AC9581E1B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38503C-BE2E-B4D7-CB17-7F94595F54EC}"/>
              </a:ext>
            </a:extLst>
          </p:cNvPr>
          <p:cNvSpPr/>
          <p:nvPr/>
        </p:nvSpPr>
        <p:spPr>
          <a:xfrm>
            <a:off x="-9370602" y="2469930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37DE529-9F8A-210B-E236-B0742273D587}"/>
              </a:ext>
            </a:extLst>
          </p:cNvPr>
          <p:cNvSpPr txBox="1">
            <a:spLocks/>
          </p:cNvSpPr>
          <p:nvPr/>
        </p:nvSpPr>
        <p:spPr>
          <a:xfrm>
            <a:off x="-7337697" y="359407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C8A6D9-5CA9-DAFD-0DE1-5E96FFBCD14B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6488A6C-3334-3453-2508-C5532EAEE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79CFA609-3DE9-1382-0811-4A6EEA58B758}"/>
              </a:ext>
            </a:extLst>
          </p:cNvPr>
          <p:cNvGraphicFramePr>
            <a:graphicFrameLocks noGrp="1"/>
          </p:cNvGraphicFramePr>
          <p:nvPr/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0563EDF-8FF7-9DF8-A54E-6261B8E83E1E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AA89C98-6FA3-CD27-5BEB-BFAC80CBE4EE}"/>
              </a:ext>
            </a:extLst>
          </p:cNvPr>
          <p:cNvSpPr txBox="1">
            <a:spLocks/>
          </p:cNvSpPr>
          <p:nvPr/>
        </p:nvSpPr>
        <p:spPr>
          <a:xfrm>
            <a:off x="2947847" y="2864994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AD4EF5B-9D96-4518-4B31-0085EBBC713A}"/>
              </a:ext>
            </a:extLst>
          </p:cNvPr>
          <p:cNvSpPr txBox="1">
            <a:spLocks/>
          </p:cNvSpPr>
          <p:nvPr/>
        </p:nvSpPr>
        <p:spPr>
          <a:xfrm>
            <a:off x="12328420" y="359407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407891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3123-22BA-8D1D-D813-9893F9B0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3BBD9BE-4F78-D458-6B7B-89AE98312EE8}"/>
              </a:ext>
            </a:extLst>
          </p:cNvPr>
          <p:cNvSpPr txBox="1"/>
          <p:nvPr/>
        </p:nvSpPr>
        <p:spPr>
          <a:xfrm>
            <a:off x="178140" y="2129248"/>
            <a:ext cx="1154142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3600" b="1" dirty="0"/>
              <a:t>Идея:</a:t>
            </a:r>
            <a:endParaRPr lang="ru-RU" sz="3200" dirty="0"/>
          </a:p>
          <a:p>
            <a:pPr lvl="1"/>
            <a:r>
              <a:rPr lang="ru-RU" sz="3200" dirty="0"/>
              <a:t>- Мы хотим вычислять функцию так, чтобы попутно, автоматически и точно получать её производную — без отдельного кода для производной, без приближений, без символьных преобразований.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036EA9-ABB1-2F78-532C-69E4005A1DCD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036EA9-ABB1-2F78-532C-69E4005A1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0D564-3092-D27F-D691-3A9F42A44433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0D564-3092-D27F-D691-3A9F42A4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3332F3A-7DE4-45AB-551F-11D75E966194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B1E4BE-9A0D-BC4D-9DC8-299D8DDCBAC0}"/>
              </a:ext>
            </a:extLst>
          </p:cNvPr>
          <p:cNvSpPr/>
          <p:nvPr/>
        </p:nvSpPr>
        <p:spPr>
          <a:xfrm>
            <a:off x="-10406922" y="-15012"/>
            <a:ext cx="26316742" cy="8535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D7948E1-7413-C3EE-B521-B5306EC471BC}"/>
              </a:ext>
            </a:extLst>
          </p:cNvPr>
          <p:cNvSpPr txBox="1">
            <a:spLocks/>
          </p:cNvSpPr>
          <p:nvPr/>
        </p:nvSpPr>
        <p:spPr>
          <a:xfrm>
            <a:off x="145143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B8994C5-F851-FA51-524E-3B79F83FCF0C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974EE34C-2F96-F30A-9555-D25261D6D903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1143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66B932-64A1-7406-351A-0E5B8387C2D5}"/>
              </a:ext>
            </a:extLst>
          </p:cNvPr>
          <p:cNvSpPr txBox="1">
            <a:spLocks/>
          </p:cNvSpPr>
          <p:nvPr/>
        </p:nvSpPr>
        <p:spPr>
          <a:xfrm>
            <a:off x="13154132" y="20353"/>
            <a:ext cx="5343435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Дуальные числа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8DDEF-ECE2-CA1E-54B6-CFF1557A9DF7}"/>
                  </a:ext>
                </a:extLst>
              </p:cNvPr>
              <p:cNvSpPr txBox="1"/>
              <p:nvPr/>
            </p:nvSpPr>
            <p:spPr>
              <a:xfrm>
                <a:off x="4187438" y="4230542"/>
                <a:ext cx="113758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3200" dirty="0">
                    <a:noFill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noFill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dirty="0" smtClean="0">
                            <a:noFill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noFill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sz="3200" dirty="0">
                  <a:noFill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8DDEF-ECE2-CA1E-54B6-CFF1557A9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438" y="4230542"/>
                <a:ext cx="1137584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765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8EAE-FCA1-BC43-CB18-144CF67B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9C676B-C818-9B38-7729-2CBF526497BA}"/>
                  </a:ext>
                </a:extLst>
              </p:cNvPr>
              <p:cNvSpPr txBox="1"/>
              <p:nvPr/>
            </p:nvSpPr>
            <p:spPr>
              <a:xfrm rot="16200000">
                <a:off x="4173039" y="2275559"/>
                <a:ext cx="400879" cy="8241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360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3600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6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6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>
                  <a:noFill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29C676B-C818-9B38-7729-2CBF5264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73039" y="2275559"/>
                <a:ext cx="400879" cy="824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2E3C8-2A8F-1224-572F-6FF4078A0F08}"/>
                  </a:ext>
                </a:extLst>
              </p:cNvPr>
              <p:cNvSpPr txBox="1"/>
              <p:nvPr/>
            </p:nvSpPr>
            <p:spPr>
              <a:xfrm rot="16200000">
                <a:off x="6915316" y="2048613"/>
                <a:ext cx="345479" cy="1279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320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3200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400" dirty="0">
                  <a:noFill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A2E3C8-2A8F-1224-572F-6FF4078A0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15316" y="2048613"/>
                <a:ext cx="345479" cy="1279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B60828A-71A1-6BE3-D3CB-2057E641F3B0}"/>
              </a:ext>
            </a:extLst>
          </p:cNvPr>
          <p:cNvSpPr txBox="1"/>
          <p:nvPr/>
        </p:nvSpPr>
        <p:spPr>
          <a:xfrm>
            <a:off x="3852450" y="2871545"/>
            <a:ext cx="1220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noFill/>
              </a:rPr>
              <a:t>Значение</a:t>
            </a:r>
            <a:endParaRPr lang="en-US" sz="2000" dirty="0">
              <a:noFill/>
            </a:endParaRPr>
          </a:p>
          <a:p>
            <a:pPr algn="ctr"/>
            <a:r>
              <a:rPr lang="ru-RU" sz="2000" dirty="0">
                <a:noFill/>
              </a:rPr>
              <a:t>функции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E9DB5F-E24C-42F5-480D-64D3E9DD4154}"/>
              </a:ext>
            </a:extLst>
          </p:cNvPr>
          <p:cNvSpPr txBox="1"/>
          <p:nvPr/>
        </p:nvSpPr>
        <p:spPr>
          <a:xfrm>
            <a:off x="6269113" y="2871544"/>
            <a:ext cx="16378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noFill/>
              </a:rPr>
              <a:t>Значение её </a:t>
            </a:r>
            <a:endParaRPr lang="en-US" sz="2000" dirty="0">
              <a:noFill/>
            </a:endParaRPr>
          </a:p>
          <a:p>
            <a:pPr algn="ctr"/>
            <a:r>
              <a:rPr lang="ru-RU" sz="2000" dirty="0">
                <a:noFill/>
              </a:rPr>
              <a:t>производной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564251-1491-5A5F-F39F-B6C123E50BF0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327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1400" dirty="0">
                  <a:noFill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2564251-1491-5A5F-F39F-B6C123E5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3270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C43B4E-75B9-44A8-154E-8AAC62EBDC9F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C43B4E-75B9-44A8-154E-8AAC62EBD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A696-8DC2-31CB-1340-EC100107CF06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6A696-8DC2-31CB-1340-EC100107C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E908F1C-AEF6-3E02-E49A-2CD7607C08E7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FE0002-98DB-0970-F683-D456D63359E6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FD9C948-1304-13FA-CBD6-68143D26CAAD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E89BED7-42CA-7327-4B6F-7C560B18B079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970F4ECF-23AA-95F0-B4ED-114D027F176C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1A9FE181-CD87-D9AE-445D-035E4701D6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663946" y="20353"/>
                <a:ext cx="5343435" cy="7978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ru-RU" sz="3600" b="1" dirty="0">
                    <a:solidFill>
                      <a:schemeClr val="bg1"/>
                    </a:solidFill>
                  </a:rPr>
                  <a:t>Зачем нужен </a:t>
                </a:r>
                <a14:m>
                  <m:oMath xmlns:m="http://schemas.openxmlformats.org/officeDocument/2006/math">
                    <m:r>
                      <a:rPr lang="ru-RU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ru-RU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1A9FE181-CD87-D9AE-445D-035E4701D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63946" y="20353"/>
                <a:ext cx="5343435" cy="797859"/>
              </a:xfrm>
              <a:prstGeom prst="rect">
                <a:avLst/>
              </a:prstGeom>
              <a:blipFill>
                <a:blip r:embed="rId7"/>
                <a:stretch>
                  <a:fillRect l="-3539" b="-29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491F1B55-5A7C-BD82-59D8-6A71363A988F}"/>
              </a:ext>
            </a:extLst>
          </p:cNvPr>
          <p:cNvSpPr txBox="1">
            <a:spLocks/>
          </p:cNvSpPr>
          <p:nvPr/>
        </p:nvSpPr>
        <p:spPr>
          <a:xfrm>
            <a:off x="14142497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E29C717-C0A6-2B7E-307E-105B1495CEEB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5343435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Дуальные числа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0634B7-D793-07C3-10AE-BA81AA842A3F}"/>
              </a:ext>
            </a:extLst>
          </p:cNvPr>
          <p:cNvSpPr txBox="1"/>
          <p:nvPr/>
        </p:nvSpPr>
        <p:spPr>
          <a:xfrm>
            <a:off x="87386" y="1030967"/>
            <a:ext cx="113758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Дуальное число: </a:t>
            </a:r>
            <a:endParaRPr lang="en-US" sz="3200" dirty="0"/>
          </a:p>
          <a:p>
            <a:r>
              <a:rPr lang="en-US" sz="3200" b="0" dirty="0"/>
              <a:t>                          </a:t>
            </a:r>
            <a:endParaRPr lang="ru-RU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2F315E-08C9-FCC5-81A3-7F0F2C502837}"/>
              </a:ext>
            </a:extLst>
          </p:cNvPr>
          <p:cNvSpPr txBox="1"/>
          <p:nvPr/>
        </p:nvSpPr>
        <p:spPr>
          <a:xfrm>
            <a:off x="87386" y="2330948"/>
            <a:ext cx="53281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Арифметика дуальных чисел: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B03D97-7C07-1D30-ACEE-4FD6A2BEF5B7}"/>
                  </a:ext>
                </a:extLst>
              </p:cNvPr>
              <p:cNvSpPr txBox="1"/>
              <p:nvPr/>
            </p:nvSpPr>
            <p:spPr>
              <a:xfrm>
                <a:off x="145143" y="3149900"/>
                <a:ext cx="61550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800" dirty="0"/>
                  <a:t>+</a:t>
                </a:r>
                <a:r>
                  <a:rPr lang="en-US" sz="2800" dirty="0"/>
                  <a:t> 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ru-RU" sz="20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B03D97-7C07-1D30-ACEE-4FD6A2BEF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3" y="3149900"/>
                <a:ext cx="6155083" cy="523220"/>
              </a:xfrm>
              <a:prstGeom prst="rect">
                <a:avLst/>
              </a:prstGeom>
              <a:blipFill>
                <a:blip r:embed="rId8"/>
                <a:stretch>
                  <a:fillRect l="-2079" t="-11628" b="-325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F03523-FA34-8B12-F433-B20D24C516F6}"/>
                  </a:ext>
                </a:extLst>
              </p:cNvPr>
              <p:cNvSpPr txBox="1"/>
              <p:nvPr/>
            </p:nvSpPr>
            <p:spPr>
              <a:xfrm>
                <a:off x="87386" y="4077189"/>
                <a:ext cx="58451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ru-RU" sz="20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F03523-FA34-8B12-F433-B20D24C5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6" y="4077189"/>
                <a:ext cx="5845190" cy="400110"/>
              </a:xfrm>
              <a:prstGeom prst="rect">
                <a:avLst/>
              </a:prstGeom>
              <a:blipFill>
                <a:blip r:embed="rId9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77CB56-FC1B-BDBB-840C-B6884E591C48}"/>
                  </a:ext>
                </a:extLst>
              </p:cNvPr>
              <p:cNvSpPr txBox="1"/>
              <p:nvPr/>
            </p:nvSpPr>
            <p:spPr>
              <a:xfrm>
                <a:off x="87386" y="4621145"/>
                <a:ext cx="11326725" cy="1119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 :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𝒅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Sup>
                                <m:sSub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ru-RU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577CB56-FC1B-BDBB-840C-B6884E591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6" y="4621145"/>
                <a:ext cx="11326725" cy="11197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1AD260F-E068-6126-6FCB-D0F1238CDA58}"/>
              </a:ext>
            </a:extLst>
          </p:cNvPr>
          <p:cNvSpPr txBox="1"/>
          <p:nvPr/>
        </p:nvSpPr>
        <p:spPr>
          <a:xfrm>
            <a:off x="3086776" y="1671276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noFill/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Число = (значение) + (производная)·ε</a:t>
            </a:r>
            <a:endParaRPr lang="ru-RU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D414E1-685A-FA32-28EA-DA5DB5F69058}"/>
                  </a:ext>
                </a:extLst>
              </p:cNvPr>
              <p:cNvSpPr txBox="1"/>
              <p:nvPr/>
            </p:nvSpPr>
            <p:spPr>
              <a:xfrm>
                <a:off x="4428000" y="1528754"/>
                <a:ext cx="113758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D414E1-685A-FA32-28EA-DA5DB5F69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000" y="1528754"/>
                <a:ext cx="11375844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546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89BD-D09F-5C71-5B10-DDF1170E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D52B9C-77FC-C67A-8D92-863AC962FE29}"/>
                  </a:ext>
                </a:extLst>
              </p:cNvPr>
              <p:cNvSpPr txBox="1"/>
              <p:nvPr/>
            </p:nvSpPr>
            <p:spPr>
              <a:xfrm rot="16200000">
                <a:off x="4173039" y="3730388"/>
                <a:ext cx="400879" cy="8241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360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3600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6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6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>
                  <a:noFill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D52B9C-77FC-C67A-8D92-863AC962F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73039" y="3730388"/>
                <a:ext cx="400879" cy="824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B16CB0-2D84-D9D9-A355-0DFD6501217D}"/>
                  </a:ext>
                </a:extLst>
              </p:cNvPr>
              <p:cNvSpPr txBox="1"/>
              <p:nvPr/>
            </p:nvSpPr>
            <p:spPr>
              <a:xfrm rot="16200000">
                <a:off x="6915316" y="3503442"/>
                <a:ext cx="345479" cy="1279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320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3200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1400" dirty="0">
                  <a:noFill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6B16CB0-2D84-D9D9-A355-0DFD65012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915316" y="3503442"/>
                <a:ext cx="345479" cy="1279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B7D43EA-B87E-8A37-0CFA-3F223F8D341E}"/>
              </a:ext>
            </a:extLst>
          </p:cNvPr>
          <p:cNvSpPr txBox="1"/>
          <p:nvPr/>
        </p:nvSpPr>
        <p:spPr>
          <a:xfrm>
            <a:off x="3852450" y="4326374"/>
            <a:ext cx="12202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noFill/>
              </a:rPr>
              <a:t>Значение</a:t>
            </a:r>
            <a:endParaRPr lang="en-US" sz="2000" dirty="0">
              <a:noFill/>
            </a:endParaRPr>
          </a:p>
          <a:p>
            <a:pPr algn="ctr"/>
            <a:r>
              <a:rPr lang="ru-RU" sz="2000" dirty="0">
                <a:noFill/>
              </a:rPr>
              <a:t>функции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4CD1CB-26B1-269D-E7D9-02E27E1098D1}"/>
              </a:ext>
            </a:extLst>
          </p:cNvPr>
          <p:cNvSpPr txBox="1"/>
          <p:nvPr/>
        </p:nvSpPr>
        <p:spPr>
          <a:xfrm>
            <a:off x="6269113" y="4326373"/>
            <a:ext cx="16378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noFill/>
              </a:rPr>
              <a:t>Значение её </a:t>
            </a:r>
            <a:endParaRPr lang="en-US" sz="2000" dirty="0">
              <a:noFill/>
            </a:endParaRPr>
          </a:p>
          <a:p>
            <a:pPr algn="ctr"/>
            <a:r>
              <a:rPr lang="ru-RU" sz="2000" dirty="0">
                <a:noFill/>
              </a:rPr>
              <a:t>производной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1FD7A5-70AD-5390-CD80-223AB193981C}"/>
                  </a:ext>
                </a:extLst>
              </p:cNvPr>
              <p:cNvSpPr txBox="1"/>
              <p:nvPr/>
            </p:nvSpPr>
            <p:spPr>
              <a:xfrm>
                <a:off x="-1" y="2106129"/>
                <a:ext cx="12192001" cy="18158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i="1" dirty="0">
                  <a:noFill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9+6</m:t>
                          </m:r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noFill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+(9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b="0" dirty="0">
                  <a:noFill/>
                  <a:ea typeface="Cambria Math" panose="02040503050406030204" pitchFamily="18" charset="0"/>
                </a:endParaRPr>
              </a:p>
              <a:p>
                <a:endParaRPr lang="ru-RU" sz="2400" dirty="0">
                  <a:noFill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1FD7A5-70AD-5390-CD80-223AB1939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06129"/>
                <a:ext cx="12192001" cy="1815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7389AE-91E0-BBEC-7D72-0A722D7673C8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327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1400" dirty="0">
                  <a:noFill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67389AE-91E0-BBEC-7D72-0A722D767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3270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E66848-8C8E-AD01-0A14-15FB96A1A458}"/>
                  </a:ext>
                </a:extLst>
              </p:cNvPr>
              <p:cNvSpPr txBox="1"/>
              <p:nvPr/>
            </p:nvSpPr>
            <p:spPr>
              <a:xfrm>
                <a:off x="644509" y="1274791"/>
                <a:ext cx="26359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noFill/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1600" dirty="0">
                  <a:noFill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E66848-8C8E-AD01-0A14-15FB96A1A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9" y="1274791"/>
                <a:ext cx="26359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2340D9-EE56-8BE5-243A-7842C926AC26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2340D9-EE56-8BE5-243A-7842C926A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080B5-72DD-E286-8A06-81608B337F85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080B5-72DD-E286-8A06-81608B337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2F4C18E-BFFA-074D-91B0-AA88232227D7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73DB63-A7A3-922E-0AFD-BE1A771D84DD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1E9E536-14AE-B67A-8D48-B8989FBFD7EA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04456E1-C8B9-9E64-5CCA-A666DD78819F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11234A1-17FF-D25D-40C5-39711F8F5A27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0CF522-536B-4F92-CD21-A90095AD03C3}"/>
                  </a:ext>
                </a:extLst>
              </p:cNvPr>
              <p:cNvSpPr txBox="1"/>
              <p:nvPr/>
            </p:nvSpPr>
            <p:spPr>
              <a:xfrm>
                <a:off x="2116447" y="2699904"/>
                <a:ext cx="7959090" cy="1077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num>
                        <m:den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3200" i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ru-RU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ru-RU" sz="3200" i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0CF522-536B-4F92-CD21-A90095AD0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447" y="2699904"/>
                <a:ext cx="7959090" cy="10772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FE9659D-4A16-EE53-F4E3-0E136D9956A6}"/>
              </a:ext>
            </a:extLst>
          </p:cNvPr>
          <p:cNvSpPr txBox="1"/>
          <p:nvPr/>
        </p:nvSpPr>
        <p:spPr>
          <a:xfrm>
            <a:off x="452460" y="2053573"/>
            <a:ext cx="2803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Ряд Тейлора: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E64902-A8DE-E1B6-C9B8-FB31FFD48C65}"/>
                  </a:ext>
                </a:extLst>
              </p:cNvPr>
              <p:cNvSpPr txBox="1"/>
              <p:nvPr/>
            </p:nvSpPr>
            <p:spPr>
              <a:xfrm>
                <a:off x="3420421" y="5383449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E64902-A8DE-E1B6-C9B8-FB31FFD48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421" y="5383449"/>
                <a:ext cx="535114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D06408-2AD5-21A3-0B48-5410FFFCD9C8}"/>
                  </a:ext>
                </a:extLst>
              </p:cNvPr>
              <p:cNvSpPr txBox="1"/>
              <p:nvPr/>
            </p:nvSpPr>
            <p:spPr>
              <a:xfrm rot="5400000">
                <a:off x="5487758" y="4267383"/>
                <a:ext cx="1216469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ru-RU" sz="6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D06408-2AD5-21A3-0B48-5410FFFC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487758" y="4267383"/>
                <a:ext cx="1216469" cy="10156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75BC30-5888-3E76-E574-8CE6B0442FEB}"/>
                  </a:ext>
                </a:extLst>
              </p:cNvPr>
              <p:cNvSpPr txBox="1"/>
              <p:nvPr/>
            </p:nvSpPr>
            <p:spPr>
              <a:xfrm>
                <a:off x="5103028" y="4010180"/>
                <a:ext cx="19859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,…=0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75BC30-5888-3E76-E574-8CE6B0442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028" y="4010180"/>
                <a:ext cx="1985928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03BE01FF-8811-C83B-5FA9-7A8A5D51B262}"/>
              </a:ext>
            </a:extLst>
          </p:cNvPr>
          <p:cNvSpPr txBox="1">
            <a:spLocks/>
          </p:cNvSpPr>
          <p:nvPr/>
        </p:nvSpPr>
        <p:spPr>
          <a:xfrm>
            <a:off x="14142497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0813292-170E-CC74-482D-564E65D51F76}"/>
              </a:ext>
            </a:extLst>
          </p:cNvPr>
          <p:cNvSpPr txBox="1">
            <a:spLocks/>
          </p:cNvSpPr>
          <p:nvPr/>
        </p:nvSpPr>
        <p:spPr>
          <a:xfrm>
            <a:off x="145143" y="-971769"/>
            <a:ext cx="5343435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Дуальные числа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8B5C4DC-83CB-DB62-D364-66CB10DA40D5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5343435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Дуальные числа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E37090-B926-2555-4039-2EF4573B7B1E}"/>
                  </a:ext>
                </a:extLst>
              </p:cNvPr>
              <p:cNvSpPr txBox="1"/>
              <p:nvPr/>
            </p:nvSpPr>
            <p:spPr>
              <a:xfrm>
                <a:off x="3665050" y="5394138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noFill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3200" b="0" i="0" smtClean="0">
                              <a:noFill/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noFill/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noFill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noFill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noFill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3200" i="1">
                          <a:noFill/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>
                  <a:noFill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E37090-B926-2555-4039-2EF4573B7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050" y="5394138"/>
                <a:ext cx="5351145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C7EBDDF-3F54-5B85-95A0-31E35361212B}"/>
              </a:ext>
            </a:extLst>
          </p:cNvPr>
          <p:cNvSpPr txBox="1"/>
          <p:nvPr/>
        </p:nvSpPr>
        <p:spPr>
          <a:xfrm>
            <a:off x="452460" y="888186"/>
            <a:ext cx="113758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Дуальное число: </a:t>
            </a:r>
            <a:endParaRPr lang="en-US" sz="3200" dirty="0"/>
          </a:p>
          <a:p>
            <a:r>
              <a:rPr lang="en-US" sz="3200" b="0" dirty="0"/>
              <a:t>                         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759C00-5AC7-D87D-26B0-7E2A542880A9}"/>
                  </a:ext>
                </a:extLst>
              </p:cNvPr>
              <p:cNvSpPr txBox="1"/>
              <p:nvPr/>
            </p:nvSpPr>
            <p:spPr>
              <a:xfrm>
                <a:off x="4785633" y="1442693"/>
                <a:ext cx="113758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759C00-5AC7-D87D-26B0-7E2A54288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33" y="1442693"/>
                <a:ext cx="11375844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860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34A7-746E-557C-19B0-7343C2F6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51784AB-016D-4C0D-4B6D-341C19D1E767}"/>
                  </a:ext>
                </a:extLst>
              </p:cNvPr>
              <p:cNvSpPr txBox="1"/>
              <p:nvPr/>
            </p:nvSpPr>
            <p:spPr>
              <a:xfrm>
                <a:off x="644509" y="1274791"/>
                <a:ext cx="263597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4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noFill/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1600" dirty="0">
                  <a:noFill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51784AB-016D-4C0D-4B6D-341C19D1E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9" y="1274791"/>
                <a:ext cx="263597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309DA7-E9B9-11FB-A50A-F4DA4548AADD}"/>
                  </a:ext>
                </a:extLst>
              </p:cNvPr>
              <p:cNvSpPr txBox="1"/>
              <p:nvPr/>
            </p:nvSpPr>
            <p:spPr>
              <a:xfrm>
                <a:off x="-1" y="2106129"/>
                <a:ext cx="12192001" cy="18158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i="1" dirty="0">
                  <a:noFill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9+6</m:t>
                          </m:r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noFill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noFill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+(9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func>
                        <m:funcPr>
                          <m:ctrlPr>
                            <a:rPr lang="en-US" sz="2000" b="0" i="1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noFill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noFill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0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000" b="0" dirty="0">
                  <a:noFill/>
                  <a:ea typeface="Cambria Math" panose="02040503050406030204" pitchFamily="18" charset="0"/>
                </a:endParaRPr>
              </a:p>
              <a:p>
                <a:endParaRPr lang="ru-RU" sz="2400" dirty="0">
                  <a:noFill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309DA7-E9B9-11FB-A50A-F4DA4548A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06129"/>
                <a:ext cx="12192001" cy="18158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5A926B-F382-CEBA-EDD1-676FBC5F30CB}"/>
                  </a:ext>
                </a:extLst>
              </p:cNvPr>
              <p:cNvSpPr txBox="1"/>
              <p:nvPr/>
            </p:nvSpPr>
            <p:spPr>
              <a:xfrm>
                <a:off x="326568" y="1094040"/>
                <a:ext cx="42339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800" dirty="0"/>
                  <a:t>Любая функция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800" dirty="0"/>
                  <a:t> даёт: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5A926B-F382-CEBA-EDD1-676FBC5F3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8" y="1094040"/>
                <a:ext cx="4233980" cy="523220"/>
              </a:xfrm>
              <a:prstGeom prst="rect">
                <a:avLst/>
              </a:prstGeom>
              <a:blipFill>
                <a:blip r:embed="rId4"/>
                <a:stretch>
                  <a:fillRect l="-3026" t="-10465" r="-2017" b="-325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962DF1-331B-0168-2E60-430EB06C9B03}"/>
                  </a:ext>
                </a:extLst>
              </p:cNvPr>
              <p:cNvSpPr txBox="1"/>
              <p:nvPr/>
            </p:nvSpPr>
            <p:spPr>
              <a:xfrm>
                <a:off x="3350417" y="1757246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962DF1-331B-0168-2E60-430EB06C9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417" y="1757246"/>
                <a:ext cx="535114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6B17B1-E9EA-47C5-293F-2CA4BB81A10B}"/>
                  </a:ext>
                </a:extLst>
              </p:cNvPr>
              <p:cNvSpPr txBox="1"/>
              <p:nvPr/>
            </p:nvSpPr>
            <p:spPr>
              <a:xfrm>
                <a:off x="7150119" y="4289299"/>
                <a:ext cx="4386265" cy="9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6B17B1-E9EA-47C5-293F-2CA4BB81A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119" y="4289299"/>
                <a:ext cx="4386265" cy="935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EB8A12-BAB3-5BBF-8455-801968822E36}"/>
                  </a:ext>
                </a:extLst>
              </p:cNvPr>
              <p:cNvSpPr txBox="1"/>
              <p:nvPr/>
            </p:nvSpPr>
            <p:spPr>
              <a:xfrm>
                <a:off x="192350" y="4756799"/>
                <a:ext cx="59055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𝑑𝑠𝑖𝑛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EB8A12-BAB3-5BBF-8455-801968822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50" y="4756799"/>
                <a:ext cx="590559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19C95A-1155-E46F-6E7B-5920BCBE062E}"/>
                  </a:ext>
                </a:extLst>
              </p:cNvPr>
              <p:cNvSpPr txBox="1"/>
              <p:nvPr/>
            </p:nvSpPr>
            <p:spPr>
              <a:xfrm>
                <a:off x="134577" y="3739650"/>
                <a:ext cx="60211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𝑑𝑐𝑜𝑠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19C95A-1155-E46F-6E7B-5920BCBE0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77" y="3739650"/>
                <a:ext cx="602113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DB70D2-31BE-F2D2-D335-5203E0A89610}"/>
                  </a:ext>
                </a:extLst>
              </p:cNvPr>
              <p:cNvSpPr txBox="1"/>
              <p:nvPr/>
            </p:nvSpPr>
            <p:spPr>
              <a:xfrm>
                <a:off x="3145144" y="1757246"/>
                <a:ext cx="535114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noFill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noFill/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noFill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noFill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noFill/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noFill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1">
                          <a:noFill/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>
                  <a:noFill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DB70D2-31BE-F2D2-D335-5203E0A89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144" y="1757246"/>
                <a:ext cx="5351145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2796D5-649C-9375-35F3-7EEDA1D0286C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327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2400" b="0" i="1" smtClean="0">
                          <a:noFill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1400" dirty="0">
                  <a:noFill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2796D5-649C-9375-35F3-7EEDA1D0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3270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C7C304-0CA7-0C0B-DE33-90E0CF2E7291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C7C304-0CA7-0C0B-DE33-90E0CF2E7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1E1D1-7103-FF57-869F-5E6192BA8B50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E1E1D1-7103-FF57-869F-5E6192BA8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BF1F487-4200-2908-6059-F841AAC630EA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F68C87-52DD-74D3-E340-2F0BFC2B3ED7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7C1CB2C-BA62-8F66-D1C2-0CAF06CC0F8D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A290F89-A162-3387-D504-1A32AC41BEFD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12C71DD5-4ED5-C5B0-BCD8-B13BF2DBA3E6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9F2091A9-AA2D-7657-19E0-8495A96F8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663946" y="20353"/>
                <a:ext cx="5343435" cy="7978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ru-RU" sz="3600" b="1" dirty="0">
                    <a:solidFill>
                      <a:schemeClr val="bg1"/>
                    </a:solidFill>
                  </a:rPr>
                  <a:t>Зачем нужен </a:t>
                </a:r>
                <a14:m>
                  <m:oMath xmlns:m="http://schemas.openxmlformats.org/officeDocument/2006/math">
                    <m:r>
                      <a:rPr lang="ru-RU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ru-RU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9F2091A9-AA2D-7657-19E0-8495A96F8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63946" y="20353"/>
                <a:ext cx="5343435" cy="797859"/>
              </a:xfrm>
              <a:prstGeom prst="rect">
                <a:avLst/>
              </a:prstGeom>
              <a:blipFill>
                <a:blip r:embed="rId13"/>
                <a:stretch>
                  <a:fillRect l="-3539" b="-29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A63B2EF3-CABF-B7DF-3B8A-9BABB350DA9F}"/>
              </a:ext>
            </a:extLst>
          </p:cNvPr>
          <p:cNvSpPr txBox="1">
            <a:spLocks/>
          </p:cNvSpPr>
          <p:nvPr/>
        </p:nvSpPr>
        <p:spPr>
          <a:xfrm>
            <a:off x="14142497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26A38C9-A551-43F3-9581-D8C154BB9387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5343435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Дуальные числа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B52A0-CC9F-AED3-136B-A3BFF2438EF0}"/>
                  </a:ext>
                </a:extLst>
              </p:cNvPr>
              <p:cNvSpPr txBox="1"/>
              <p:nvPr/>
            </p:nvSpPr>
            <p:spPr>
              <a:xfrm>
                <a:off x="192350" y="5660210"/>
                <a:ext cx="344504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3B52A0-CC9F-AED3-136B-A3BFF2438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350" y="5660210"/>
                <a:ext cx="3445046" cy="50129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1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2D5E-1A52-5E68-E0F5-B3C5170C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25AF72-52DC-E092-A4A5-0CAAE96A2CA9}"/>
                  </a:ext>
                </a:extLst>
              </p:cNvPr>
              <p:cNvSpPr txBox="1"/>
              <p:nvPr/>
            </p:nvSpPr>
            <p:spPr>
              <a:xfrm rot="722438">
                <a:off x="3383329" y="-1152184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25AF72-52DC-E092-A4A5-0CAAE96A2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22438">
                <a:off x="3383329" y="-1152184"/>
                <a:ext cx="535114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2E95F7-2115-794A-9350-759262728362}"/>
                  </a:ext>
                </a:extLst>
              </p:cNvPr>
              <p:cNvSpPr txBox="1"/>
              <p:nvPr/>
            </p:nvSpPr>
            <p:spPr>
              <a:xfrm rot="20078247">
                <a:off x="-2397110" y="-304455"/>
                <a:ext cx="42339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800" dirty="0"/>
                  <a:t>Любая функция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800" dirty="0"/>
                  <a:t> даёт: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2E95F7-2115-794A-9350-759262728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78247">
                <a:off x="-2397110" y="-304455"/>
                <a:ext cx="4233980" cy="523220"/>
              </a:xfrm>
              <a:prstGeom prst="rect">
                <a:avLst/>
              </a:prstGeom>
              <a:blipFill>
                <a:blip r:embed="rId3"/>
                <a:stretch>
                  <a:fillRect l="-3303" t="-3723" r="-3604" b="-9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8B7A4A-E57B-923F-CEB7-F1BC90533F1A}"/>
                  </a:ext>
                </a:extLst>
              </p:cNvPr>
              <p:cNvSpPr txBox="1"/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 smtClean="0">
                        <a:latin typeface="Cambria Math" panose="02040503050406030204" pitchFamily="18" charset="0"/>
                      </a:rPr>
                      <m:t>г</m:t>
                    </m:r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де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32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8B7A4A-E57B-923F-CEB7-F1BC9053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20B2F7-9685-6D0B-90BF-D136062216E1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63E658A-C133-D27E-EDD3-BDB5FEE1E711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EFF46115-EAC2-C15B-BD05-9150EA27771E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9A117BD-27FB-6B68-7865-8AE96BC785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ru-RU" sz="3600" b="1" dirty="0">
                    <a:solidFill>
                      <a:schemeClr val="bg1"/>
                    </a:solidFill>
                  </a:rPr>
                  <a:t>Зачем нужен </a:t>
                </a:r>
                <a14:m>
                  <m:oMath xmlns:m="http://schemas.openxmlformats.org/officeDocument/2006/math">
                    <m:r>
                      <a:rPr lang="ru-RU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ru-RU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9A117BD-27FB-6B68-7865-8AE96BC78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  <a:blipFill>
                <a:blip r:embed="rId5"/>
                <a:stretch>
                  <a:fillRect l="-2477" b="-29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35A0B3-7840-CAE3-7F9E-FD454424DA22}"/>
                  </a:ext>
                </a:extLst>
              </p:cNvPr>
              <p:cNvSpPr txBox="1"/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35A0B3-7840-CAE3-7F9E-FD454424D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CE8819-6F94-AC3F-7A85-CD785A28E44E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CE8819-6F94-AC3F-7A85-CD785A28E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B6389F-44DF-CB57-96A1-53B6211241DD}"/>
                  </a:ext>
                </a:extLst>
              </p:cNvPr>
              <p:cNvSpPr txBox="1"/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endParaRPr lang="ru-RU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B6389F-44DF-CB57-96A1-53B621124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ECDA5A-3E34-7CC9-BA94-E9DF7FEC0A22}"/>
                  </a:ext>
                </a:extLst>
              </p:cNvPr>
              <p:cNvSpPr txBox="1"/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ECDA5A-3E34-7CC9-BA94-E9DF7FEC0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4F5920-BAD7-024F-C3F6-83E06BEC4E49}"/>
                  </a:ext>
                </a:extLst>
              </p:cNvPr>
              <p:cNvSpPr txBox="1"/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4F5920-BAD7-024F-C3F6-83E06BEC4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E73692-C14B-49B1-F7FA-2C2DE9538A0A}"/>
              </a:ext>
            </a:extLst>
          </p:cNvPr>
          <p:cNvSpPr txBox="1"/>
          <p:nvPr/>
        </p:nvSpPr>
        <p:spPr>
          <a:xfrm>
            <a:off x="3648068" y="4326374"/>
            <a:ext cx="16289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</a:t>
            </a:r>
            <a:endParaRPr lang="en-US" sz="2800" dirty="0"/>
          </a:p>
          <a:p>
            <a:pPr algn="ctr"/>
            <a:r>
              <a:rPr lang="ru-RU" sz="2800" dirty="0"/>
              <a:t>функции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0A5185-A488-6F94-28DF-68C8A525AF1A}"/>
              </a:ext>
            </a:extLst>
          </p:cNvPr>
          <p:cNvSpPr txBox="1"/>
          <p:nvPr/>
        </p:nvSpPr>
        <p:spPr>
          <a:xfrm>
            <a:off x="5976405" y="4326373"/>
            <a:ext cx="22233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 её </a:t>
            </a:r>
            <a:endParaRPr lang="en-US" sz="2800" dirty="0"/>
          </a:p>
          <a:p>
            <a:pPr algn="ctr"/>
            <a:r>
              <a:rPr lang="ru-RU" sz="2800" dirty="0"/>
              <a:t>производной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A84693-A553-E398-A30E-A3CB5F85E5EB}"/>
                  </a:ext>
                </a:extLst>
              </p:cNvPr>
              <p:cNvSpPr txBox="1"/>
              <p:nvPr/>
            </p:nvSpPr>
            <p:spPr>
              <a:xfrm>
                <a:off x="0" y="5325512"/>
                <a:ext cx="4392100" cy="879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noFill/>
                  </a:rPr>
                  <a:t>Проверка</a:t>
                </a:r>
                <a:r>
                  <a:rPr lang="ru-RU" dirty="0">
                    <a:noFill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noFill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noFill/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sSup>
                      <m:sSup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noFill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noFill/>
                  </a:rPr>
                  <a:t>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=6</m:t>
                    </m:r>
                    <m:func>
                      <m:func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noFill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+9</m:t>
                    </m:r>
                    <m:r>
                      <m:rPr>
                        <m:sty m:val="p"/>
                      </m:rPr>
                      <a:rPr lang="en-US" b="0" i="0" smtClean="0">
                        <a:noFill/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⁡(3)</m:t>
                    </m:r>
                  </m:oMath>
                </a14:m>
                <a:endParaRPr lang="ru-RU" dirty="0">
                  <a:noFill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A84693-A553-E398-A30E-A3CB5F85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512"/>
                <a:ext cx="4392100" cy="8796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E6CC31EE-99CB-774A-C0F7-388B4924E38C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BE9973-81F3-511D-87BB-67BE4ADE6E25}"/>
                  </a:ext>
                </a:extLst>
              </p:cNvPr>
              <p:cNvSpPr txBox="1"/>
              <p:nvPr/>
            </p:nvSpPr>
            <p:spPr>
              <a:xfrm rot="1186373">
                <a:off x="134577" y="7994339"/>
                <a:ext cx="60211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𝑑𝑐𝑜𝑠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BE9973-81F3-511D-87BB-67BE4ADE6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6373">
                <a:off x="134577" y="7994339"/>
                <a:ext cx="6021135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2647F0-041B-3CC0-C033-7E751D8E9355}"/>
                  </a:ext>
                </a:extLst>
              </p:cNvPr>
              <p:cNvSpPr txBox="1"/>
              <p:nvPr/>
            </p:nvSpPr>
            <p:spPr>
              <a:xfrm rot="21103008">
                <a:off x="192350" y="7767711"/>
                <a:ext cx="59055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𝑑𝑠𝑖𝑛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2647F0-041B-3CC0-C033-7E751D8E9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03008">
                <a:off x="192350" y="7767711"/>
                <a:ext cx="5905591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EBABEE-36FC-00C3-3786-7FF44EB835C6}"/>
                  </a:ext>
                </a:extLst>
              </p:cNvPr>
              <p:cNvSpPr txBox="1"/>
              <p:nvPr/>
            </p:nvSpPr>
            <p:spPr>
              <a:xfrm rot="1274872">
                <a:off x="192351" y="7952091"/>
                <a:ext cx="344504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EBABEE-36FC-00C3-3786-7FF44EB83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74872">
                <a:off x="192351" y="7952091"/>
                <a:ext cx="3445046" cy="50129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C9E406-51E1-3EF4-646A-66B4358714DD}"/>
                  </a:ext>
                </a:extLst>
              </p:cNvPr>
              <p:cNvSpPr txBox="1"/>
              <p:nvPr/>
            </p:nvSpPr>
            <p:spPr>
              <a:xfrm rot="20333304">
                <a:off x="7150119" y="8036297"/>
                <a:ext cx="4386265" cy="9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C9E406-51E1-3EF4-646A-66B435871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33304">
                <a:off x="7150119" y="8036297"/>
                <a:ext cx="4386265" cy="935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67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CA8B-C2BF-7645-3F16-312DE984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D24761-950E-7A4B-7A60-41B163CB6E0A}"/>
                  </a:ext>
                </a:extLst>
              </p:cNvPr>
              <p:cNvSpPr txBox="1"/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D24761-950E-7A4B-7A60-41B163CB6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339A97-1C7E-8C2A-A47D-DC6CDD92977A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339A97-1C7E-8C2A-A47D-DC6CDD929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0902A9F-1439-7701-708E-2D5B4B3C06DF}"/>
              </a:ext>
            </a:extLst>
          </p:cNvPr>
          <p:cNvSpPr txBox="1"/>
          <p:nvPr/>
        </p:nvSpPr>
        <p:spPr>
          <a:xfrm>
            <a:off x="3648068" y="4326374"/>
            <a:ext cx="16289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</a:t>
            </a:r>
            <a:endParaRPr lang="en-US" sz="2800" dirty="0"/>
          </a:p>
          <a:p>
            <a:pPr algn="ctr"/>
            <a:r>
              <a:rPr lang="ru-RU" sz="2800" dirty="0"/>
              <a:t>функции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EBD8E0-B17F-1CA8-DE40-343AB3D39971}"/>
              </a:ext>
            </a:extLst>
          </p:cNvPr>
          <p:cNvSpPr txBox="1"/>
          <p:nvPr/>
        </p:nvSpPr>
        <p:spPr>
          <a:xfrm>
            <a:off x="5976405" y="4326373"/>
            <a:ext cx="22233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 её </a:t>
            </a:r>
            <a:endParaRPr lang="en-US" sz="2800" dirty="0"/>
          </a:p>
          <a:p>
            <a:pPr algn="ctr"/>
            <a:r>
              <a:rPr lang="ru-RU" sz="2800" dirty="0"/>
              <a:t>производной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2AC286-8786-595E-9DE4-B56A9EAF93B9}"/>
                  </a:ext>
                </a:extLst>
              </p:cNvPr>
              <p:cNvSpPr txBox="1"/>
              <p:nvPr/>
            </p:nvSpPr>
            <p:spPr>
              <a:xfrm>
                <a:off x="0" y="5325512"/>
                <a:ext cx="5790881" cy="1142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2400" b="1" dirty="0"/>
                  <a:t>Проверка</a:t>
                </a:r>
                <a:r>
                  <a:rPr lang="ru-RU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+9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⁡(3)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2AC286-8786-595E-9DE4-B56A9EAF9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512"/>
                <a:ext cx="5790881" cy="1142108"/>
              </a:xfrm>
              <a:prstGeom prst="rect">
                <a:avLst/>
              </a:prstGeom>
              <a:blipFill>
                <a:blip r:embed="rId4"/>
                <a:stretch>
                  <a:fillRect l="-1579" b="-69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F7EA869-A365-FD7F-B7CB-99B8AE489BBE}"/>
              </a:ext>
            </a:extLst>
          </p:cNvPr>
          <p:cNvGrpSpPr/>
          <p:nvPr/>
        </p:nvGrpSpPr>
        <p:grpSpPr>
          <a:xfrm>
            <a:off x="5812560" y="4434880"/>
            <a:ext cx="5879520" cy="2431080"/>
            <a:chOff x="5812560" y="4434880"/>
            <a:chExt cx="5879520" cy="2431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29" name="Рукописный ввод 28">
                  <a:extLst>
                    <a:ext uri="{FF2B5EF4-FFF2-40B4-BE49-F238E27FC236}">
                      <a16:creationId xmlns:a16="http://schemas.microsoft.com/office/drawing/2014/main" id="{5E59EF0A-EB91-9E70-A7BE-0D0FF869AFF8}"/>
                    </a:ext>
                  </a:extLst>
                </p14:cNvPr>
                <p14:cNvContentPartPr/>
                <p14:nvPr/>
              </p14:nvContentPartPr>
              <p14:xfrm>
                <a:off x="5812560" y="5587600"/>
                <a:ext cx="334440" cy="1278360"/>
              </p14:xfrm>
            </p:contentPart>
          </mc:Choice>
          <mc:Fallback xmlns="">
            <p:pic>
              <p:nvPicPr>
                <p:cNvPr id="29" name="Рукописный ввод 28">
                  <a:extLst>
                    <a:ext uri="{FF2B5EF4-FFF2-40B4-BE49-F238E27FC236}">
                      <a16:creationId xmlns:a16="http://schemas.microsoft.com/office/drawing/2014/main" id="{5E59EF0A-EB91-9E70-A7BE-0D0FF869AFF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03570" y="5578600"/>
                  <a:ext cx="352061" cy="12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30" name="Рукописный ввод 29">
                  <a:extLst>
                    <a:ext uri="{FF2B5EF4-FFF2-40B4-BE49-F238E27FC236}">
                      <a16:creationId xmlns:a16="http://schemas.microsoft.com/office/drawing/2014/main" id="{607EFA06-7477-BD74-6950-38F80184448C}"/>
                    </a:ext>
                  </a:extLst>
                </p14:cNvPr>
                <p14:cNvContentPartPr/>
                <p14:nvPr/>
              </p14:nvContentPartPr>
              <p14:xfrm>
                <a:off x="5954400" y="5613520"/>
                <a:ext cx="575280" cy="697680"/>
              </p14:xfrm>
            </p:contentPart>
          </mc:Choice>
          <mc:Fallback xmlns="">
            <p:pic>
              <p:nvPicPr>
                <p:cNvPr id="30" name="Рукописный ввод 29">
                  <a:extLst>
                    <a:ext uri="{FF2B5EF4-FFF2-40B4-BE49-F238E27FC236}">
                      <a16:creationId xmlns:a16="http://schemas.microsoft.com/office/drawing/2014/main" id="{607EFA06-7477-BD74-6950-38F8018444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45400" y="5604520"/>
                  <a:ext cx="59292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31" name="Рукописный ввод 30">
                  <a:extLst>
                    <a:ext uri="{FF2B5EF4-FFF2-40B4-BE49-F238E27FC236}">
                      <a16:creationId xmlns:a16="http://schemas.microsoft.com/office/drawing/2014/main" id="{320A8D24-CD94-3C40-37BB-9FF777F54DE3}"/>
                    </a:ext>
                  </a:extLst>
                </p14:cNvPr>
                <p14:cNvContentPartPr/>
                <p14:nvPr/>
              </p14:nvContentPartPr>
              <p14:xfrm>
                <a:off x="6705360" y="5774440"/>
                <a:ext cx="350280" cy="941400"/>
              </p14:xfrm>
            </p:contentPart>
          </mc:Choice>
          <mc:Fallback xmlns="">
            <p:pic>
              <p:nvPicPr>
                <p:cNvPr id="31" name="Рукописный ввод 30">
                  <a:extLst>
                    <a:ext uri="{FF2B5EF4-FFF2-40B4-BE49-F238E27FC236}">
                      <a16:creationId xmlns:a16="http://schemas.microsoft.com/office/drawing/2014/main" id="{320A8D24-CD94-3C40-37BB-9FF777F54D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96351" y="5765440"/>
                  <a:ext cx="367938" cy="9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32" name="Рукописный ввод 31">
                  <a:extLst>
                    <a:ext uri="{FF2B5EF4-FFF2-40B4-BE49-F238E27FC236}">
                      <a16:creationId xmlns:a16="http://schemas.microsoft.com/office/drawing/2014/main" id="{6B3A233E-5442-FF7F-D9A2-F6FBC7CB055C}"/>
                    </a:ext>
                  </a:extLst>
                </p14:cNvPr>
                <p14:cNvContentPartPr/>
                <p14:nvPr/>
              </p14:nvContentPartPr>
              <p14:xfrm>
                <a:off x="6858000" y="6313360"/>
                <a:ext cx="276120" cy="56880"/>
              </p14:xfrm>
            </p:contentPart>
          </mc:Choice>
          <mc:Fallback xmlns="">
            <p:pic>
              <p:nvPicPr>
                <p:cNvPr id="32" name="Рукописный ввод 31">
                  <a:extLst>
                    <a:ext uri="{FF2B5EF4-FFF2-40B4-BE49-F238E27FC236}">
                      <a16:creationId xmlns:a16="http://schemas.microsoft.com/office/drawing/2014/main" id="{6B3A233E-5442-FF7F-D9A2-F6FBC7CB05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48988" y="6304360"/>
                  <a:ext cx="293783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38" name="Рукописный ввод 37">
                  <a:extLst>
                    <a:ext uri="{FF2B5EF4-FFF2-40B4-BE49-F238E27FC236}">
                      <a16:creationId xmlns:a16="http://schemas.microsoft.com/office/drawing/2014/main" id="{D30A6791-8AE4-31B3-EF85-809CBBA08A34}"/>
                    </a:ext>
                  </a:extLst>
                </p14:cNvPr>
                <p14:cNvContentPartPr/>
                <p14:nvPr/>
              </p14:nvContentPartPr>
              <p14:xfrm>
                <a:off x="7361640" y="5658880"/>
                <a:ext cx="460440" cy="873000"/>
              </p14:xfrm>
            </p:contentPart>
          </mc:Choice>
          <mc:Fallback xmlns="">
            <p:pic>
              <p:nvPicPr>
                <p:cNvPr id="38" name="Рукописный ввод 37">
                  <a:extLst>
                    <a:ext uri="{FF2B5EF4-FFF2-40B4-BE49-F238E27FC236}">
                      <a16:creationId xmlns:a16="http://schemas.microsoft.com/office/drawing/2014/main" id="{D30A6791-8AE4-31B3-EF85-809CBBA08A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52640" y="5649884"/>
                  <a:ext cx="478080" cy="890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39" name="Рукописный ввод 38">
                  <a:extLst>
                    <a:ext uri="{FF2B5EF4-FFF2-40B4-BE49-F238E27FC236}">
                      <a16:creationId xmlns:a16="http://schemas.microsoft.com/office/drawing/2014/main" id="{FDFDC0FA-D03C-9CEE-C950-5425F675607D}"/>
                    </a:ext>
                  </a:extLst>
                </p14:cNvPr>
                <p14:cNvContentPartPr/>
                <p14:nvPr/>
              </p14:nvContentPartPr>
              <p14:xfrm>
                <a:off x="7548840" y="5684080"/>
                <a:ext cx="291240" cy="25920"/>
              </p14:xfrm>
            </p:contentPart>
          </mc:Choice>
          <mc:Fallback xmlns="">
            <p:pic>
              <p:nvPicPr>
                <p:cNvPr id="39" name="Рукописный ввод 38">
                  <a:extLst>
                    <a:ext uri="{FF2B5EF4-FFF2-40B4-BE49-F238E27FC236}">
                      <a16:creationId xmlns:a16="http://schemas.microsoft.com/office/drawing/2014/main" id="{FDFDC0FA-D03C-9CEE-C950-5425F675607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39851" y="5675080"/>
                  <a:ext cx="308858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40" name="Рукописный ввод 39">
                  <a:extLst>
                    <a:ext uri="{FF2B5EF4-FFF2-40B4-BE49-F238E27FC236}">
                      <a16:creationId xmlns:a16="http://schemas.microsoft.com/office/drawing/2014/main" id="{9FD277A0-7D7D-B8F2-EC20-E4B019F38F56}"/>
                    </a:ext>
                  </a:extLst>
                </p14:cNvPr>
                <p14:cNvContentPartPr/>
                <p14:nvPr/>
              </p14:nvContentPartPr>
              <p14:xfrm>
                <a:off x="8148600" y="5760400"/>
                <a:ext cx="667080" cy="967320"/>
              </p14:xfrm>
            </p:contentPart>
          </mc:Choice>
          <mc:Fallback xmlns="">
            <p:pic>
              <p:nvPicPr>
                <p:cNvPr id="40" name="Рукописный ввод 39">
                  <a:extLst>
                    <a:ext uri="{FF2B5EF4-FFF2-40B4-BE49-F238E27FC236}">
                      <a16:creationId xmlns:a16="http://schemas.microsoft.com/office/drawing/2014/main" id="{9FD277A0-7D7D-B8F2-EC20-E4B019F38F5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39600" y="5751400"/>
                  <a:ext cx="68472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41" name="Рукописный ввод 40">
                  <a:extLst>
                    <a:ext uri="{FF2B5EF4-FFF2-40B4-BE49-F238E27FC236}">
                      <a16:creationId xmlns:a16="http://schemas.microsoft.com/office/drawing/2014/main" id="{DC7E0E1B-DF37-FE0A-5A15-FF6BB2D96835}"/>
                    </a:ext>
                  </a:extLst>
                </p14:cNvPr>
                <p14:cNvContentPartPr/>
                <p14:nvPr/>
              </p14:nvContentPartPr>
              <p14:xfrm>
                <a:off x="8921160" y="5516680"/>
                <a:ext cx="150120" cy="786600"/>
              </p14:xfrm>
            </p:contentPart>
          </mc:Choice>
          <mc:Fallback xmlns="">
            <p:pic>
              <p:nvPicPr>
                <p:cNvPr id="41" name="Рукописный ввод 40">
                  <a:extLst>
                    <a:ext uri="{FF2B5EF4-FFF2-40B4-BE49-F238E27FC236}">
                      <a16:creationId xmlns:a16="http://schemas.microsoft.com/office/drawing/2014/main" id="{DC7E0E1B-DF37-FE0A-5A15-FF6BB2D968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12160" y="5507680"/>
                  <a:ext cx="16776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42" name="Рукописный ввод 41">
                  <a:extLst>
                    <a:ext uri="{FF2B5EF4-FFF2-40B4-BE49-F238E27FC236}">
                      <a16:creationId xmlns:a16="http://schemas.microsoft.com/office/drawing/2014/main" id="{D27ADF7B-BD5B-D5EE-2B8A-8AC2798C06DB}"/>
                    </a:ext>
                  </a:extLst>
                </p14:cNvPr>
                <p14:cNvContentPartPr/>
                <p14:nvPr/>
              </p14:nvContentPartPr>
              <p14:xfrm>
                <a:off x="8889840" y="5291680"/>
                <a:ext cx="364680" cy="408240"/>
              </p14:xfrm>
            </p:contentPart>
          </mc:Choice>
          <mc:Fallback xmlns="">
            <p:pic>
              <p:nvPicPr>
                <p:cNvPr id="42" name="Рукописный ввод 41">
                  <a:extLst>
                    <a:ext uri="{FF2B5EF4-FFF2-40B4-BE49-F238E27FC236}">
                      <a16:creationId xmlns:a16="http://schemas.microsoft.com/office/drawing/2014/main" id="{D27ADF7B-BD5B-D5EE-2B8A-8AC2798C06D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80840" y="5282680"/>
                  <a:ext cx="3823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43" name="Рукописный ввод 42">
                  <a:extLst>
                    <a:ext uri="{FF2B5EF4-FFF2-40B4-BE49-F238E27FC236}">
                      <a16:creationId xmlns:a16="http://schemas.microsoft.com/office/drawing/2014/main" id="{5D62FF93-DE64-A368-1800-4AFE6D285F28}"/>
                    </a:ext>
                  </a:extLst>
                </p14:cNvPr>
                <p14:cNvContentPartPr/>
                <p14:nvPr/>
              </p14:nvContentPartPr>
              <p14:xfrm>
                <a:off x="9245520" y="5443600"/>
                <a:ext cx="219960" cy="1084320"/>
              </p14:xfrm>
            </p:contentPart>
          </mc:Choice>
          <mc:Fallback xmlns="">
            <p:pic>
              <p:nvPicPr>
                <p:cNvPr id="43" name="Рукописный ввод 42">
                  <a:extLst>
                    <a:ext uri="{FF2B5EF4-FFF2-40B4-BE49-F238E27FC236}">
                      <a16:creationId xmlns:a16="http://schemas.microsoft.com/office/drawing/2014/main" id="{5D62FF93-DE64-A368-1800-4AFE6D285F2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36520" y="5434600"/>
                  <a:ext cx="23760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44" name="Рукописный ввод 43">
                  <a:extLst>
                    <a:ext uri="{FF2B5EF4-FFF2-40B4-BE49-F238E27FC236}">
                      <a16:creationId xmlns:a16="http://schemas.microsoft.com/office/drawing/2014/main" id="{642B0C9E-D473-DDDE-8B3B-A756ACE7570A}"/>
                    </a:ext>
                  </a:extLst>
                </p14:cNvPr>
                <p14:cNvContentPartPr/>
                <p14:nvPr/>
              </p14:nvContentPartPr>
              <p14:xfrm>
                <a:off x="9347040" y="6048760"/>
                <a:ext cx="113400" cy="118440"/>
              </p14:xfrm>
            </p:contentPart>
          </mc:Choice>
          <mc:Fallback xmlns="">
            <p:pic>
              <p:nvPicPr>
                <p:cNvPr id="44" name="Рукописный ввод 43">
                  <a:extLst>
                    <a:ext uri="{FF2B5EF4-FFF2-40B4-BE49-F238E27FC236}">
                      <a16:creationId xmlns:a16="http://schemas.microsoft.com/office/drawing/2014/main" id="{642B0C9E-D473-DDDE-8B3B-A756ACE7570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38040" y="6039760"/>
                  <a:ext cx="1310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45" name="Рукописный ввод 44">
                  <a:extLst>
                    <a:ext uri="{FF2B5EF4-FFF2-40B4-BE49-F238E27FC236}">
                      <a16:creationId xmlns:a16="http://schemas.microsoft.com/office/drawing/2014/main" id="{69B2ABA8-D15A-CAC4-7DCD-6E163AA4A328}"/>
                    </a:ext>
                  </a:extLst>
                </p14:cNvPr>
                <p14:cNvContentPartPr/>
                <p14:nvPr/>
              </p14:nvContentPartPr>
              <p14:xfrm>
                <a:off x="9631080" y="5396080"/>
                <a:ext cx="258120" cy="1161000"/>
              </p14:xfrm>
            </p:contentPart>
          </mc:Choice>
          <mc:Fallback xmlns="">
            <p:pic>
              <p:nvPicPr>
                <p:cNvPr id="45" name="Рукописный ввод 44">
                  <a:extLst>
                    <a:ext uri="{FF2B5EF4-FFF2-40B4-BE49-F238E27FC236}">
                      <a16:creationId xmlns:a16="http://schemas.microsoft.com/office/drawing/2014/main" id="{69B2ABA8-D15A-CAC4-7DCD-6E163AA4A3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22067" y="5387080"/>
                  <a:ext cx="275785" cy="11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46" name="Рукописный ввод 45">
                  <a:extLst>
                    <a:ext uri="{FF2B5EF4-FFF2-40B4-BE49-F238E27FC236}">
                      <a16:creationId xmlns:a16="http://schemas.microsoft.com/office/drawing/2014/main" id="{47EF0C12-D2A2-8DC3-E5DD-303D2BA747A2}"/>
                    </a:ext>
                  </a:extLst>
                </p14:cNvPr>
                <p14:cNvContentPartPr/>
                <p14:nvPr/>
              </p14:nvContentPartPr>
              <p14:xfrm>
                <a:off x="9662400" y="5845360"/>
                <a:ext cx="468720" cy="240480"/>
              </p14:xfrm>
            </p:contentPart>
          </mc:Choice>
          <mc:Fallback xmlns="">
            <p:pic>
              <p:nvPicPr>
                <p:cNvPr id="46" name="Рукописный ввод 45">
                  <a:extLst>
                    <a:ext uri="{FF2B5EF4-FFF2-40B4-BE49-F238E27FC236}">
                      <a16:creationId xmlns:a16="http://schemas.microsoft.com/office/drawing/2014/main" id="{47EF0C12-D2A2-8DC3-E5DD-303D2BA747A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53400" y="5836360"/>
                  <a:ext cx="486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47" name="Рукописный ввод 46">
                  <a:extLst>
                    <a:ext uri="{FF2B5EF4-FFF2-40B4-BE49-F238E27FC236}">
                      <a16:creationId xmlns:a16="http://schemas.microsoft.com/office/drawing/2014/main" id="{FE7E24CE-82A3-BBD1-F489-9482C34CF72F}"/>
                    </a:ext>
                  </a:extLst>
                </p14:cNvPr>
                <p14:cNvContentPartPr/>
                <p14:nvPr/>
              </p14:nvContentPartPr>
              <p14:xfrm>
                <a:off x="9611280" y="6377080"/>
                <a:ext cx="491400" cy="278280"/>
              </p14:xfrm>
            </p:contentPart>
          </mc:Choice>
          <mc:Fallback xmlns="">
            <p:pic>
              <p:nvPicPr>
                <p:cNvPr id="47" name="Рукописный ввод 46">
                  <a:extLst>
                    <a:ext uri="{FF2B5EF4-FFF2-40B4-BE49-F238E27FC236}">
                      <a16:creationId xmlns:a16="http://schemas.microsoft.com/office/drawing/2014/main" id="{FE7E24CE-82A3-BBD1-F489-9482C34CF72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02280" y="6368080"/>
                  <a:ext cx="509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3">
              <p14:nvContentPartPr>
                <p14:cNvPr id="48" name="Рукописный ввод 47">
                  <a:extLst>
                    <a:ext uri="{FF2B5EF4-FFF2-40B4-BE49-F238E27FC236}">
                      <a16:creationId xmlns:a16="http://schemas.microsoft.com/office/drawing/2014/main" id="{9044D4FF-1AE7-82C6-16AD-16DFCB6DFA25}"/>
                    </a:ext>
                  </a:extLst>
                </p14:cNvPr>
                <p14:cNvContentPartPr/>
                <p14:nvPr/>
              </p14:nvContentPartPr>
              <p14:xfrm>
                <a:off x="10585080" y="5140840"/>
                <a:ext cx="234360" cy="1270080"/>
              </p14:xfrm>
            </p:contentPart>
          </mc:Choice>
          <mc:Fallback xmlns="">
            <p:pic>
              <p:nvPicPr>
                <p:cNvPr id="48" name="Рукописный ввод 47">
                  <a:extLst>
                    <a:ext uri="{FF2B5EF4-FFF2-40B4-BE49-F238E27FC236}">
                      <a16:creationId xmlns:a16="http://schemas.microsoft.com/office/drawing/2014/main" id="{9044D4FF-1AE7-82C6-16AD-16DFCB6DFA2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76080" y="5131840"/>
                  <a:ext cx="252000" cy="12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49" name="Рукописный ввод 48">
                  <a:extLst>
                    <a:ext uri="{FF2B5EF4-FFF2-40B4-BE49-F238E27FC236}">
                      <a16:creationId xmlns:a16="http://schemas.microsoft.com/office/drawing/2014/main" id="{FEF4DFB2-988C-26BA-3472-622F8870B434}"/>
                    </a:ext>
                  </a:extLst>
                </p14:cNvPr>
                <p14:cNvContentPartPr/>
                <p14:nvPr/>
              </p14:nvContentPartPr>
              <p14:xfrm>
                <a:off x="10454760" y="4434880"/>
                <a:ext cx="1237320" cy="1143000"/>
              </p14:xfrm>
            </p:contentPart>
          </mc:Choice>
          <mc:Fallback xmlns="">
            <p:pic>
              <p:nvPicPr>
                <p:cNvPr id="49" name="Рукописный ввод 48">
                  <a:extLst>
                    <a:ext uri="{FF2B5EF4-FFF2-40B4-BE49-F238E27FC236}">
                      <a16:creationId xmlns:a16="http://schemas.microsoft.com/office/drawing/2014/main" id="{FEF4DFB2-988C-26BA-3472-622F8870B4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45760" y="4425880"/>
                  <a:ext cx="1254960" cy="11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2AB143-831B-DD19-88E5-02DF2AAB763D}"/>
                  </a:ext>
                </a:extLst>
              </p:cNvPr>
              <p:cNvSpPr txBox="1"/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endParaRPr lang="ru-RU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2AB143-831B-DD19-88E5-02DF2AAB7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834687-5051-382C-6D3A-5F496172E41F}"/>
                  </a:ext>
                </a:extLst>
              </p:cNvPr>
              <p:cNvSpPr txBox="1"/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 smtClean="0">
                        <a:latin typeface="Cambria Math" panose="02040503050406030204" pitchFamily="18" charset="0"/>
                      </a:rPr>
                      <m:t>г</m:t>
                    </m:r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де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32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834687-5051-382C-6D3A-5F496172E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B58F6EA-106C-7236-CF81-C907B6F7633C}"/>
              </a:ext>
            </a:extLst>
          </p:cNvPr>
          <p:cNvSpPr txBox="1"/>
          <p:nvPr/>
        </p:nvSpPr>
        <p:spPr>
          <a:xfrm rot="19770946">
            <a:off x="-3951059" y="-597556"/>
            <a:ext cx="8305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Число = (значение) + (производная)·ε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91A734-F0F1-6019-89DD-CD608B2D2115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91A734-F0F1-6019-89DD-CD608B2D2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3226FB-233C-4D1A-7C1A-B06941875455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3226FB-233C-4D1A-7C1A-B06941875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F482F6C-A01E-4461-A0A6-9082ACE69F54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4B0D70-5A07-C742-A161-A3E38707EF86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2EC7895-7CCF-B843-EAB5-98BE32A78F9B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AAC9240-ADE2-4F7C-774F-5B9C1B81B9F7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12453D4-947E-3691-2644-012176BCE213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A727114-F891-843B-C9B5-3A02B602C3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ru-RU" sz="3600" b="1" dirty="0">
                    <a:solidFill>
                      <a:schemeClr val="bg1"/>
                    </a:solidFill>
                  </a:rPr>
                  <a:t>Зачем нужен </a:t>
                </a:r>
                <a14:m>
                  <m:oMath xmlns:m="http://schemas.openxmlformats.org/officeDocument/2006/math">
                    <m:r>
                      <a:rPr lang="ru-RU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ru-RU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A727114-F891-843B-C9B5-3A02B602C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  <a:blipFill>
                <a:blip r:embed="rId41"/>
                <a:stretch>
                  <a:fillRect l="-2477" b="-29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DD618-702B-46F0-2338-03692819A14C}"/>
                  </a:ext>
                </a:extLst>
              </p:cNvPr>
              <p:cNvSpPr txBox="1"/>
              <p:nvPr/>
            </p:nvSpPr>
            <p:spPr>
              <a:xfrm rot="841644">
                <a:off x="2116446" y="8107532"/>
                <a:ext cx="7959090" cy="1077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num>
                        <m:den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3200" i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ru-RU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ru-RU" sz="3200" i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DD618-702B-46F0-2338-03692819A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41644">
                <a:off x="2116446" y="8107532"/>
                <a:ext cx="7959090" cy="107728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016C48C-55A1-668C-E8E7-7FCDF46D2C88}"/>
              </a:ext>
            </a:extLst>
          </p:cNvPr>
          <p:cNvSpPr txBox="1"/>
          <p:nvPr/>
        </p:nvSpPr>
        <p:spPr>
          <a:xfrm rot="19871247">
            <a:off x="-3472220" y="841505"/>
            <a:ext cx="2803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Ряд Тейлора: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592DA1-62E2-55DC-29B5-DBCFF9F27F0E}"/>
                  </a:ext>
                </a:extLst>
              </p:cNvPr>
              <p:cNvSpPr txBox="1"/>
              <p:nvPr/>
            </p:nvSpPr>
            <p:spPr>
              <a:xfrm rot="2758594">
                <a:off x="3420422" y="9448091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592DA1-62E2-55DC-29B5-DBCFF9F27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58594">
                <a:off x="3420422" y="9448091"/>
                <a:ext cx="5351145" cy="58477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21DFF3-4E9F-AF34-3F13-6EACEDD7F317}"/>
                  </a:ext>
                </a:extLst>
              </p:cNvPr>
              <p:cNvSpPr txBox="1"/>
              <p:nvPr/>
            </p:nvSpPr>
            <p:spPr>
              <a:xfrm rot="7879109">
                <a:off x="5487758" y="8138343"/>
                <a:ext cx="1216469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ru-RU" sz="6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21DFF3-4E9F-AF34-3F13-6EACEDD7F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879109">
                <a:off x="5487758" y="8138343"/>
                <a:ext cx="1216469" cy="101566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A19CEA-9DBA-546A-74BF-5D34191D5224}"/>
                  </a:ext>
                </a:extLst>
              </p:cNvPr>
              <p:cNvSpPr txBox="1"/>
              <p:nvPr/>
            </p:nvSpPr>
            <p:spPr>
              <a:xfrm rot="20116768">
                <a:off x="5103028" y="8775219"/>
                <a:ext cx="19859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,…=0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A19CEA-9DBA-546A-74BF-5D34191D5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16768">
                <a:off x="5103028" y="8775219"/>
                <a:ext cx="1985928" cy="43088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A76510-ABB9-EBE5-B2BB-F30C5A645236}"/>
                  </a:ext>
                </a:extLst>
              </p:cNvPr>
              <p:cNvSpPr txBox="1"/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A76510-ABB9-EBE5-B2BB-F30C5A645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5CAB3E-E5AB-2993-0C8A-52483F63B318}"/>
                  </a:ext>
                </a:extLst>
              </p:cNvPr>
              <p:cNvSpPr txBox="1"/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5CAB3E-E5AB-2993-0C8A-52483F63B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DB8544B-5DAA-4223-592C-7CF0192D1B2D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2B42939-3403-1AF7-C172-8BF958E56A8B}"/>
              </a:ext>
            </a:extLst>
          </p:cNvPr>
          <p:cNvSpPr txBox="1">
            <a:spLocks/>
          </p:cNvSpPr>
          <p:nvPr/>
        </p:nvSpPr>
        <p:spPr>
          <a:xfrm>
            <a:off x="11654449" y="-795000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233567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3D69-5FFB-C78F-C0D2-6BA371A4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5E7B02-B049-25C7-DC25-0718E35703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FDD002-6EFE-F921-8BBD-618BB33FF67C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FDD002-6EFE-F921-8BBD-618BB33FF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36E3D5-5451-E727-DB8D-AE716EC8A9A5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36E3D5-5451-E727-DB8D-AE716EC8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69EB980-A844-6DB2-DA68-82C80BAEBD9B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426509-460D-D9AC-6E67-B3460FA40A5B}"/>
              </a:ext>
            </a:extLst>
          </p:cNvPr>
          <p:cNvSpPr/>
          <p:nvPr/>
        </p:nvSpPr>
        <p:spPr>
          <a:xfrm>
            <a:off x="-9370602" y="2469930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BBB4D90-7FC8-ABA7-84B3-5CA64830F5B3}"/>
              </a:ext>
            </a:extLst>
          </p:cNvPr>
          <p:cNvSpPr txBox="1">
            <a:spLocks/>
          </p:cNvSpPr>
          <p:nvPr/>
        </p:nvSpPr>
        <p:spPr>
          <a:xfrm>
            <a:off x="-7337697" y="359407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944AA4-863E-6440-7C34-7F7F2B23FA51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8C8312-8FFE-4AFB-7403-8F3376671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17CFDE73-89F0-3493-9D76-18BE26B99D8A}"/>
              </a:ext>
            </a:extLst>
          </p:cNvPr>
          <p:cNvGraphicFramePr>
            <a:graphicFrameLocks noGrp="1"/>
          </p:cNvGraphicFramePr>
          <p:nvPr/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35A3BD0-6889-7685-FDE5-9B80D49B74F5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134190C-9606-6283-5A95-EB9A437AD2B5}"/>
              </a:ext>
            </a:extLst>
          </p:cNvPr>
          <p:cNvSpPr txBox="1">
            <a:spLocks/>
          </p:cNvSpPr>
          <p:nvPr/>
        </p:nvSpPr>
        <p:spPr>
          <a:xfrm>
            <a:off x="2947847" y="2864994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Реализация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5960D70-99B5-4968-2C52-550149F933A0}"/>
              </a:ext>
            </a:extLst>
          </p:cNvPr>
          <p:cNvSpPr txBox="1">
            <a:spLocks/>
          </p:cNvSpPr>
          <p:nvPr/>
        </p:nvSpPr>
        <p:spPr>
          <a:xfrm>
            <a:off x="-7325985" y="3707438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</p:spTree>
    <p:extLst>
      <p:ext uri="{BB962C8B-B14F-4D97-AF65-F5344CB8AC3E}">
        <p14:creationId xmlns:p14="http://schemas.microsoft.com/office/powerpoint/2010/main" val="1410195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D645-2E39-A975-8DC6-EA626FE5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1BB86C9-4C0B-5BCB-C020-CD444A53B3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CE77E6-854A-2165-B9CE-1AD3E5A75546}"/>
              </a:ext>
            </a:extLst>
          </p:cNvPr>
          <p:cNvSpPr txBox="1"/>
          <p:nvPr/>
        </p:nvSpPr>
        <p:spPr>
          <a:xfrm>
            <a:off x="0" y="908712"/>
            <a:ext cx="865162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Значение функции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f(x)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Значение производной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f'(x)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Конструктор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derivative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747C2C-F93E-D1B4-02B5-AA0F2AA01961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BEA74B3-7997-5B89-7691-CBD467D2C3EA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A68153A-94B9-69E9-DE3C-3608E8B84171}"/>
              </a:ext>
            </a:extLst>
          </p:cNvPr>
          <p:cNvSpPr txBox="1">
            <a:spLocks/>
          </p:cNvSpPr>
          <p:nvPr/>
        </p:nvSpPr>
        <p:spPr>
          <a:xfrm>
            <a:off x="-115224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99627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D7C0C-C9F7-A0CB-2070-CCE2003D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1CACCF5-D48F-5AED-24E3-274748A6F2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B866D7-95AA-F25B-DCB2-826BB67CBF24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4A1DDB-62E0-E09F-685B-0BC7405AB711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37AEA5-C427-FC7D-5682-02B66821CD41}"/>
              </a:ext>
            </a:extLst>
          </p:cNvPr>
          <p:cNvSpPr txBox="1">
            <a:spLocks/>
          </p:cNvSpPr>
          <p:nvPr/>
        </p:nvSpPr>
        <p:spPr>
          <a:xfrm>
            <a:off x="-115224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41D4B-5E11-5114-C0B3-B55A3D0D1BF9}"/>
              </a:ext>
            </a:extLst>
          </p:cNvPr>
          <p:cNvSpPr txBox="1"/>
          <p:nvPr/>
        </p:nvSpPr>
        <p:spPr>
          <a:xfrm>
            <a:off x="152400" y="991274"/>
            <a:ext cx="14069960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operator/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909EA96-8BA3-4D23-85D2-0F1BC4291E96}"/>
              </a:ext>
            </a:extLst>
          </p:cNvPr>
          <p:cNvSpPr txBox="1">
            <a:spLocks/>
          </p:cNvSpPr>
          <p:nvPr/>
        </p:nvSpPr>
        <p:spPr>
          <a:xfrm>
            <a:off x="-2024876" y="-112800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</p:spTree>
    <p:extLst>
      <p:ext uri="{BB962C8B-B14F-4D97-AF65-F5344CB8AC3E}">
        <p14:creationId xmlns:p14="http://schemas.microsoft.com/office/powerpoint/2010/main" val="408531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002E-AF20-E15A-53B3-D2C96C7C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B0CBFA7-B2D5-D2B8-E63E-C63BC45437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6AD5BE5E-9A6C-E4D8-8986-FBEB6AD1BC86}"/>
              </a:ext>
            </a:extLst>
          </p:cNvPr>
          <p:cNvSpPr txBox="1">
            <a:spLocks/>
          </p:cNvSpPr>
          <p:nvPr/>
        </p:nvSpPr>
        <p:spPr>
          <a:xfrm>
            <a:off x="-594905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4AD7C-3543-CA8C-EA43-D38407412CAC}"/>
              </a:ext>
            </a:extLst>
          </p:cNvPr>
          <p:cNvSpPr txBox="1"/>
          <p:nvPr/>
        </p:nvSpPr>
        <p:spPr>
          <a:xfrm>
            <a:off x="153520" y="908712"/>
            <a:ext cx="140731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Введите значения для x: 1.5 1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1.  f(x) = e^{-x} *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(x)</a:t>
            </a:r>
          </a:p>
          <a:p>
            <a:r>
              <a:rPr lang="ru-RU" dirty="0">
                <a:solidFill>
                  <a:schemeClr val="bg1"/>
                </a:solidFill>
              </a:rPr>
              <a:t>f(x) = 0.222571, f`(x) = -0.206788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2.  f(x) = 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r>
              <a:rPr lang="ru-RU" dirty="0">
                <a:solidFill>
                  <a:schemeClr val="bg1"/>
                </a:solidFill>
              </a:rPr>
              <a:t> / (x^2 + 1)</a:t>
            </a:r>
          </a:p>
          <a:p>
            <a:r>
              <a:rPr lang="ru-RU" dirty="0">
                <a:solidFill>
                  <a:schemeClr val="bg1"/>
                </a:solidFill>
              </a:rPr>
              <a:t>f(x) = 1.37898, f`(x) = 0.106075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3.   f(x) = 1 / 1 + e^{-x}</a:t>
            </a:r>
          </a:p>
          <a:p>
            <a:r>
              <a:rPr lang="ru-RU" dirty="0">
                <a:solidFill>
                  <a:schemeClr val="bg1"/>
                </a:solidFill>
              </a:rPr>
              <a:t>f(x) = 0.817574, f`(x) = 0.149146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4.   f(x) = (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r>
              <a:rPr lang="ru-RU" dirty="0">
                <a:solidFill>
                  <a:schemeClr val="bg1"/>
                </a:solidFill>
              </a:rPr>
              <a:t> - e^{-x}) / (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r>
              <a:rPr lang="ru-RU" dirty="0">
                <a:solidFill>
                  <a:schemeClr val="bg1"/>
                </a:solidFill>
              </a:rPr>
              <a:t> + e^{-x})</a:t>
            </a:r>
          </a:p>
          <a:p>
            <a:r>
              <a:rPr lang="ru-RU" dirty="0">
                <a:solidFill>
                  <a:schemeClr val="bg1"/>
                </a:solidFill>
              </a:rPr>
              <a:t>f(x) = 0.905148, f`(x) = 0.180707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5.   f(x) =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 / x</a:t>
            </a:r>
          </a:p>
          <a:p>
            <a:r>
              <a:rPr lang="ru-RU" dirty="0">
                <a:solidFill>
                  <a:schemeClr val="bg1"/>
                </a:solidFill>
              </a:rPr>
              <a:t>f(x) = 0.664997, f`(x) = -0.396173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6.   f(x) = e^{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(x^2)}</a:t>
            </a:r>
          </a:p>
          <a:p>
            <a:r>
              <a:rPr lang="ru-RU" dirty="0">
                <a:solidFill>
                  <a:schemeClr val="bg1"/>
                </a:solidFill>
              </a:rPr>
              <a:t>f(x) = 2.17727, f`(x) = -4.10312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20271-0426-2E41-6C8B-FBAC1DD4873B}"/>
              </a:ext>
            </a:extLst>
          </p:cNvPr>
          <p:cNvSpPr txBox="1"/>
          <p:nvPr/>
        </p:nvSpPr>
        <p:spPr>
          <a:xfrm>
            <a:off x="4150151" y="1057862"/>
            <a:ext cx="414543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Тест 7.   f(x) =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{1 + x*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(x)}</a:t>
            </a:r>
          </a:p>
          <a:p>
            <a:r>
              <a:rPr lang="ru-RU" dirty="0">
                <a:solidFill>
                  <a:schemeClr val="bg1"/>
                </a:solidFill>
              </a:rPr>
              <a:t>f(x) = 1.26815, f`(x) = 0.554141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8.   f(x) =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cos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x))</a:t>
            </a:r>
          </a:p>
          <a:p>
            <a:r>
              <a:rPr lang="ru-RU" dirty="0">
                <a:solidFill>
                  <a:schemeClr val="bg1"/>
                </a:solidFill>
              </a:rPr>
              <a:t>f(x) = 0.5162, f`(x) = -0.0508976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9.   f(x) = 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cos</a:t>
            </a:r>
            <a:r>
              <a:rPr lang="ru-RU" dirty="0">
                <a:solidFill>
                  <a:schemeClr val="bg1"/>
                </a:solidFill>
              </a:rPr>
              <a:t> x)</a:t>
            </a:r>
          </a:p>
          <a:p>
            <a:r>
              <a:rPr lang="ru-RU" dirty="0">
                <a:solidFill>
                  <a:schemeClr val="bg1"/>
                </a:solidFill>
              </a:rPr>
              <a:t>f(x) = -2.64878, f`(x) = -14.1014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10.  f(x) =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 x)</a:t>
            </a:r>
          </a:p>
          <a:p>
            <a:r>
              <a:rPr lang="ru-RU" dirty="0">
                <a:solidFill>
                  <a:schemeClr val="bg1"/>
                </a:solidFill>
              </a:rPr>
              <a:t>f(x) = 0.394446, f`(x) = 0.612613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11.  f(x) = </a:t>
            </a:r>
            <a:r>
              <a:rPr lang="ru-RU" dirty="0" err="1">
                <a:solidFill>
                  <a:schemeClr val="bg1"/>
                </a:solidFill>
              </a:rPr>
              <a:t>x^x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f(x) = 1.83712, f`(x) = 2.582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12.  f(x) = (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x)^(</a:t>
            </a:r>
            <a:r>
              <a:rPr lang="ru-RU" dirty="0" err="1">
                <a:solidFill>
                  <a:schemeClr val="bg1"/>
                </a:solidFill>
              </a:rPr>
              <a:t>cos</a:t>
            </a:r>
            <a:r>
              <a:rPr lang="ru-RU" dirty="0">
                <a:solidFill>
                  <a:schemeClr val="bg1"/>
                </a:solidFill>
              </a:rPr>
              <a:t> x)</a:t>
            </a:r>
          </a:p>
          <a:p>
            <a:r>
              <a:rPr lang="ru-RU" dirty="0">
                <a:solidFill>
                  <a:schemeClr val="bg1"/>
                </a:solidFill>
              </a:rPr>
              <a:t>f(x) = 0.999823, f`(x) = 0.00751686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13.  f(x) =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 +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{x}}</a:t>
            </a:r>
          </a:p>
          <a:p>
            <a:r>
              <a:rPr lang="ru-RU" dirty="0">
                <a:solidFill>
                  <a:schemeClr val="bg1"/>
                </a:solidFill>
              </a:rPr>
              <a:t>f(x) = 1.65068, f`(x) = 0.426566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C1D17-4CE6-A4A6-BCC2-B8405AFB8667}"/>
              </a:ext>
            </a:extLst>
          </p:cNvPr>
          <p:cNvSpPr txBox="1"/>
          <p:nvPr/>
        </p:nvSpPr>
        <p:spPr>
          <a:xfrm>
            <a:off x="7898035" y="995613"/>
            <a:ext cx="46915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Тест 14.  f(x) = x^3 *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 - 1/x*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</a:t>
            </a:r>
          </a:p>
          <a:p>
            <a:r>
              <a:rPr lang="ru-RU" dirty="0">
                <a:solidFill>
                  <a:schemeClr val="bg1"/>
                </a:solidFill>
              </a:rPr>
              <a:t>f(x) = 3.58918, f`(x) = 10.1892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15.  f(x) =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{{x-1}/{x+1}}</a:t>
            </a:r>
          </a:p>
          <a:p>
            <a:r>
              <a:rPr lang="ru-RU" dirty="0">
                <a:solidFill>
                  <a:schemeClr val="bg1"/>
                </a:solidFill>
              </a:rPr>
              <a:t>f(x) = 0.447214, f`(x) = 0.357771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16.  f(x) = 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(x +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{x^2 + 1})</a:t>
            </a:r>
          </a:p>
          <a:p>
            <a:r>
              <a:rPr lang="ru-RU" dirty="0">
                <a:solidFill>
                  <a:schemeClr val="bg1"/>
                </a:solidFill>
              </a:rPr>
              <a:t>f(x) = 2.20824, f`(x) = 1.49872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17.  f(x) = e^{-x^2/2}</a:t>
            </a:r>
          </a:p>
          <a:p>
            <a:r>
              <a:rPr lang="ru-RU" dirty="0">
                <a:solidFill>
                  <a:schemeClr val="bg1"/>
                </a:solidFill>
              </a:rPr>
              <a:t>f(x) = 0.324652, f`(x) = -0.486979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18.  f(x) = x *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 * 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f(x) = 6.70569, f`(x) = 11.6517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19.  </a:t>
            </a:r>
            <a:r>
              <a:rPr lang="en-US" dirty="0">
                <a:solidFill>
                  <a:schemeClr val="bg1"/>
                </a:solidFill>
              </a:rPr>
              <a:t>f(x) = ln(ln(ln x)</a:t>
            </a:r>
            <a:r>
              <a:rPr lang="ru-RU" dirty="0">
                <a:solidFill>
                  <a:schemeClr val="bg1"/>
                </a:solidFill>
              </a:rPr>
              <a:t> (в точке </a:t>
            </a:r>
            <a:r>
              <a:rPr lang="en-US" dirty="0">
                <a:solidFill>
                  <a:schemeClr val="bg1"/>
                </a:solidFill>
              </a:rPr>
              <a:t>x = 10)</a:t>
            </a:r>
          </a:p>
          <a:p>
            <a:r>
              <a:rPr lang="en-US" dirty="0">
                <a:solidFill>
                  <a:schemeClr val="bg1"/>
                </a:solidFill>
              </a:rPr>
              <a:t>f(x) = -0.181483, f`(x) = 0.0520717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20.  f(x) = (</a:t>
            </a:r>
            <a:r>
              <a:rPr lang="ru-RU" dirty="0" err="1">
                <a:solidFill>
                  <a:schemeClr val="bg1"/>
                </a:solidFill>
              </a:rPr>
              <a:t>xsin</a:t>
            </a:r>
            <a:r>
              <a:rPr lang="ru-RU" dirty="0">
                <a:solidFill>
                  <a:schemeClr val="bg1"/>
                </a:solidFill>
              </a:rPr>
              <a:t> x)/(1 + x^2) + e^{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{x}}</a:t>
            </a:r>
          </a:p>
          <a:p>
            <a:r>
              <a:rPr lang="ru-RU" dirty="0">
                <a:solidFill>
                  <a:schemeClr val="bg1"/>
                </a:solidFill>
              </a:rPr>
              <a:t>f(x) = 3.86368, f`(x) = 1.30399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58E406-9EFC-0C43-62F9-41BD27C41178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9ECE0-AAF2-EB25-F308-969B28C97446}"/>
              </a:ext>
            </a:extLst>
          </p:cNvPr>
          <p:cNvSpPr txBox="1">
            <a:spLocks/>
          </p:cNvSpPr>
          <p:nvPr/>
        </p:nvSpPr>
        <p:spPr>
          <a:xfrm>
            <a:off x="-2034708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D87E277A-6273-48CB-BDDB-659119853AF6}"/>
              </a:ext>
            </a:extLst>
          </p:cNvPr>
          <p:cNvSpPr txBox="1">
            <a:spLocks/>
          </p:cNvSpPr>
          <p:nvPr/>
        </p:nvSpPr>
        <p:spPr>
          <a:xfrm>
            <a:off x="11648231" y="-241567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624473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6297-A8D1-5B23-B6BD-22C566952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5E9F146-B16B-D1BA-C16D-E8194FD2FAF8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5B869-547E-C808-AE2E-316D46B7D5CF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5B869-547E-C808-AE2E-316D46B7D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DE5125-30D7-EC3A-DE7B-F675CA134555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DE5125-30D7-EC3A-DE7B-F675CA134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2B8E6A2-014F-23D7-B304-548DD957573C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568749-3EE5-E8C1-1F28-9E7953A02BA9}"/>
              </a:ext>
            </a:extLst>
          </p:cNvPr>
          <p:cNvSpPr/>
          <p:nvPr/>
        </p:nvSpPr>
        <p:spPr>
          <a:xfrm>
            <a:off x="-9370602" y="2469930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33ACC87-99C5-6DEC-A5CA-BC8E8EECC583}"/>
              </a:ext>
            </a:extLst>
          </p:cNvPr>
          <p:cNvSpPr txBox="1">
            <a:spLocks/>
          </p:cNvSpPr>
          <p:nvPr/>
        </p:nvSpPr>
        <p:spPr>
          <a:xfrm>
            <a:off x="-7337697" y="359407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500C7-20E2-8278-47B2-C0776BE59E9A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88BDD2-E36F-63A3-4927-9E14B0A0B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FE59622A-9924-1EBB-3EB7-C1C40AA1EDF4}"/>
              </a:ext>
            </a:extLst>
          </p:cNvPr>
          <p:cNvGraphicFramePr>
            <a:graphicFrameLocks noGrp="1"/>
          </p:cNvGraphicFramePr>
          <p:nvPr/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78CD2DC-BB8D-EB0A-4654-D92E885237D8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142569-E8D6-00DC-BEFF-E9955438D04A}"/>
              </a:ext>
            </a:extLst>
          </p:cNvPr>
          <p:cNvSpPr txBox="1">
            <a:spLocks/>
          </p:cNvSpPr>
          <p:nvPr/>
        </p:nvSpPr>
        <p:spPr>
          <a:xfrm>
            <a:off x="2947847" y="2864994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Вопросы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56D9717-6880-B59E-374F-1C25A1593FFE}"/>
              </a:ext>
            </a:extLst>
          </p:cNvPr>
          <p:cNvSpPr txBox="1">
            <a:spLocks/>
          </p:cNvSpPr>
          <p:nvPr/>
        </p:nvSpPr>
        <p:spPr>
          <a:xfrm>
            <a:off x="-7325985" y="3707438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D41417C7-1BFB-ABE8-52F2-436EC8C8B8B4}"/>
              </a:ext>
            </a:extLst>
          </p:cNvPr>
          <p:cNvSpPr txBox="1">
            <a:spLocks/>
          </p:cNvSpPr>
          <p:nvPr/>
        </p:nvSpPr>
        <p:spPr>
          <a:xfrm>
            <a:off x="-6474628" y="303006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</p:spTree>
    <p:extLst>
      <p:ext uri="{BB962C8B-B14F-4D97-AF65-F5344CB8AC3E}">
        <p14:creationId xmlns:p14="http://schemas.microsoft.com/office/powerpoint/2010/main" val="112081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F6AE-003B-23E2-7475-4E3EDF68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1F09C6F-2FA9-AF8D-4A3C-0DEB3FA3E69E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2D30A3-61C2-5F59-9077-9A59B0C2E3E4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2D30A3-61C2-5F59-9077-9A59B0C2E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F06C42-DDC4-0FE5-8897-B5627A70B6EB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F06C42-DDC4-0FE5-8897-B5627A70B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C0E812-D80D-5688-9645-F07366E1ECA3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863DA35-8C6E-1880-7B60-58F1DAD14EFA}"/>
              </a:ext>
            </a:extLst>
          </p:cNvPr>
          <p:cNvSpPr txBox="1">
            <a:spLocks/>
          </p:cNvSpPr>
          <p:nvPr/>
        </p:nvSpPr>
        <p:spPr>
          <a:xfrm>
            <a:off x="-7337697" y="359407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75CE0-2CF2-9973-311C-A9172F71E2CB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CA441D-E7F3-02C2-696D-4A323368B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A8A408E-AC4A-FF63-C2B3-5D5FA4E64443}"/>
              </a:ext>
            </a:extLst>
          </p:cNvPr>
          <p:cNvGraphicFramePr>
            <a:graphicFrameLocks noGrp="1"/>
          </p:cNvGraphicFramePr>
          <p:nvPr/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4C0CFC8-2576-28CD-16DC-D419C5620D8B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A880BB-EA2B-71D9-8FC7-81319AC65A8A}"/>
              </a:ext>
            </a:extLst>
          </p:cNvPr>
          <p:cNvSpPr txBox="1">
            <a:spLocks/>
          </p:cNvSpPr>
          <p:nvPr/>
        </p:nvSpPr>
        <p:spPr>
          <a:xfrm>
            <a:off x="-7325985" y="3707438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44F1F9E0-CC77-CC48-5C8C-FFA906B67A82}"/>
              </a:ext>
            </a:extLst>
          </p:cNvPr>
          <p:cNvSpPr txBox="1">
            <a:spLocks/>
          </p:cNvSpPr>
          <p:nvPr/>
        </p:nvSpPr>
        <p:spPr>
          <a:xfrm>
            <a:off x="-6474628" y="303006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  <p:pic>
        <p:nvPicPr>
          <p:cNvPr id="21" name="Рисунок 20" descr="Изображение выглядит как Человеческое лицо, человек, свеча, одежда">
            <a:extLst>
              <a:ext uri="{FF2B5EF4-FFF2-40B4-BE49-F238E27FC236}">
                <a16:creationId xmlns:a16="http://schemas.microsoft.com/office/drawing/2014/main" id="{BBC32F62-BBD0-8A86-712A-088541F3B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0397" cy="68837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5C3E14-618C-F372-7939-7909A7171EB8}"/>
              </a:ext>
            </a:extLst>
          </p:cNvPr>
          <p:cNvSpPr txBox="1"/>
          <p:nvPr/>
        </p:nvSpPr>
        <p:spPr>
          <a:xfrm>
            <a:off x="2856340" y="46230"/>
            <a:ext cx="7107395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5400" b="1" dirty="0">
                <a:ln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</a:rPr>
              <a:t>Презентация окончена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F96F29-5E74-A306-85AA-93CD3D7221CE}"/>
              </a:ext>
            </a:extLst>
          </p:cNvPr>
          <p:cNvSpPr txBox="1"/>
          <p:nvPr/>
        </p:nvSpPr>
        <p:spPr>
          <a:xfrm>
            <a:off x="2198660" y="5868120"/>
            <a:ext cx="765466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8676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2049</Words>
  <Application>Microsoft Office PowerPoint</Application>
  <PresentationFormat>Широкоэкранный</PresentationFormat>
  <Paragraphs>360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Consolas</vt:lpstr>
      <vt:lpstr>Helvetica</vt:lpstr>
      <vt:lpstr>Тема Office</vt:lpstr>
      <vt:lpstr>Автоматическое дифференцирование и Дуальные числа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проекта:  «Свет и оптические явления интерференции света»</dc:title>
  <dc:creator>Pro Gamer</dc:creator>
  <cp:lastModifiedBy>DMITRY H.</cp:lastModifiedBy>
  <cp:revision>122</cp:revision>
  <dcterms:created xsi:type="dcterms:W3CDTF">2024-03-20T17:04:08Z</dcterms:created>
  <dcterms:modified xsi:type="dcterms:W3CDTF">2025-12-09T13:51:38Z</dcterms:modified>
</cp:coreProperties>
</file>