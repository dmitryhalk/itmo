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64" r:id="rId4"/>
    <p:sldId id="265" r:id="rId5"/>
    <p:sldId id="266" r:id="rId6"/>
    <p:sldId id="277" r:id="rId7"/>
    <p:sldId id="267" r:id="rId8"/>
    <p:sldId id="278" r:id="rId9"/>
    <p:sldId id="268" r:id="rId10"/>
    <p:sldId id="269" r:id="rId11"/>
    <p:sldId id="270" r:id="rId12"/>
    <p:sldId id="271" r:id="rId13"/>
    <p:sldId id="272" r:id="rId14"/>
    <p:sldId id="280" r:id="rId15"/>
    <p:sldId id="273" r:id="rId16"/>
    <p:sldId id="279" r:id="rId17"/>
    <p:sldId id="281" r:id="rId18"/>
    <p:sldId id="275" r:id="rId19"/>
    <p:sldId id="27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Ноутбук 6" initials="Н6" lastIdx="1" clrIdx="0">
    <p:extLst>
      <p:ext uri="{19B8F6BF-5375-455C-9EA6-DF929625EA0E}">
        <p15:presenceInfo xmlns:p15="http://schemas.microsoft.com/office/powerpoint/2012/main" userId="Ноутбук 6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87307" autoAdjust="0"/>
  </p:normalViewPr>
  <p:slideViewPr>
    <p:cSldViewPr snapToGrid="0">
      <p:cViewPr varScale="1">
        <p:scale>
          <a:sx n="83" d="100"/>
          <a:sy n="83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32.8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929 1 24575,'0'0'0,"-5"19"0,-7 25 0,-6 19 0,-20 24 0,-45 134 0,-75 311 0,-2 28-7594,18-23 9764,26-87-3255,29-83 467,30-90 795,24-82-265,17-68 88,12-56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33.8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944.40076"/>
      <inkml:brushProperty name="anchorY" value="-2533.81567"/>
      <inkml:brushProperty name="scaleFactor" value="0.5"/>
    </inkml:brush>
  </inkml:definitions>
  <inkml:trace contextRef="#ctx0" brushRef="#br0">449 98 24575,'0'0'0,"5"0"0,8-5 0,10-12 0,16-6 0,4-5 0,12 3 0,-20 42 0,-13-12 0,-1 1 0,1 2 0,32 15 0,112 56 0,0 22 0,-18 2 0,-25-7 0,-35-10 0,-74-70 0,-1-1 0,18 31 0,7 16 0,-33-49 0,-1-3 0,0 1 0,3 17 0,1 30 0,-7-2 0,-3 0 0,-13 17 0,-34-10 0,-41 53 0,-70 68 0,-14-4-1398,-7-28 1797,22-35-598,117-91 176,-55 26 0,69-37 29,-58 18 1,66-25-9,0-3 0,-31 5-1,36-6 3,0-2 0,-24 0 0,-13-4 0,13-9 0,2-8 1396,-1-10-1795,2 1 647,7 0-262,2 4 21,2 2-7,0 5 0,0-1 0,4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35.09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3409.38354"/>
      <inkml:brushProperty name="anchorY" value="-3145.16479"/>
      <inkml:brushProperty name="scaleFactor" value="0.5"/>
    </inkml:brush>
  </inkml:definitions>
  <inkml:trace contextRef="#ctx0" brushRef="#br0">1 2615 24575,'0'0'0,"0"-10"0,11-31 0,23-61 0,6-18 0,21-70 0,11-22 0,14-65-2269,-6-10 2917,2-6-972,-12 15 324,-5 25 0,-11 49 0,-15 40 546,-6 46-702,-30 110 172,0-2-1,1 1 1,0-1-1,8-12 1,-10 22-16,-1 0 0,-1-1 0,1 1 0,-1-1 0,1 1 0,-1-1 0,1 1 0,0-1 0,-1 1 0,1 0 0,0-1 0,-1 1 0,1 0 0,0 0 0,-1-1 0,1 1 0,0 0 0,0 0 0,-1 0 0,1 0 0,0 0 0,0 0 0,-1 0 0,1 0 0,0 0 0,0 0 0,-1 1 0,1-1 0,0 0 0,-1 0 0,1 1 0,0-1 0,-1 0 0,1 1 0,0-1 0,-1 1 0,1-1 0,-1 1 0,1-1 0,-1 1 0,1-1 0,-1 1 0,1 1 0,6 9 0,-1-1 0,-1 1 0,0-1 0,-1 1 0,5 14 0,27 106 0,-6 40 0,-7 23 0,-7-14 0,-7-8 0,-5-1 0,3-8 0,-2 0 0,0-7 0,-2-15 1723,-1-16-2215,-1-21 738,0-22-246,-1-21 0,0-15 0,5-11 0,0-12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35.6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421.56702"/>
      <inkml:brushProperty name="anchorY" value="-3751.90674"/>
      <inkml:brushProperty name="scaleFactor" value="0.5"/>
    </inkml:brush>
  </inkml:definitions>
  <inkml:trace contextRef="#ctx0" brushRef="#br0">1 158 24575,'0'0'0,"9"0"0,15 0 0,11 0 0,14 0 0,2-5 0,16-7 0,6 1 0,-3 0 0,-3-2 0,1-5 0,-1-2 0,-3 1 0,-14-1 0,-8 4 0,-13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3.1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0.7731"/>
      <inkml:brushProperty name="anchorY" value="-5418.39307"/>
      <inkml:brushProperty name="scaleFactor" value="0.5"/>
    </inkml:brush>
  </inkml:definitions>
  <inkml:trace contextRef="#ctx0" brushRef="#br0">604 0 24575,'0'0'0,"0"5"0,-5 13 0,-7 11 0,-10 21 0,-6 15 0,-3 11 0,-7 7 0,-6 15 0,1 8 0,2-5 0,9 2 0,3 7 0,8-3 0,7 1 0,6-4 0,5 6 0,1 2 0,3 1 0,6 1 0,0-6 0,6-11 0,4-6 0,10-5 0,9-3 0,8-6 0,-31-62 0,-1 1 0,19 17 0,23 21 0,3-10 0,0-8 0,-1-11 0,1-2 0,0-8 0,6-5 0,-7-10 0,6-10 0,0-6 0,-7-2 0,-6-8 0,-8-2 0,-5-3 0,-10-6 0,-8-5 0,-2 5 0,-6-9 0,-3-14 0,-14 20 0,-9-40 0,-17 23 0,-45-84 0,23 70 0,-68-80 0,-63-54-1912,10 41 2459,21 41-820,119 98 273,-55-29 0,69 42 0,0 1 0,-36-11 0,42 16 0,2 2 0,-1 0 0,-22-2 0,26 3 0,0 2 0,0 0 0,-17 2 0,-18 3 0,15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3.68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289.28052"/>
      <inkml:brushProperty name="anchorY" value="-5308.48633"/>
      <inkml:brushProperty name="scaleFactor" value="0.5"/>
    </inkml:brush>
  </inkml:definitions>
  <inkml:trace contextRef="#ctx0" brushRef="#br0">0 72 24575,'0'0'0,"5"0"0,7 0 0,11 0 0,11 0 0,8 0 0,13-6 0,17 0 0,24-5 0,13 0 0,20-3 0,-2 1 0,-22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4.4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35.13788"/>
      <inkml:brushProperty name="anchorY" value="-6253.59912"/>
      <inkml:brushProperty name="scaleFactor" value="0.5"/>
    </inkml:brush>
  </inkml:definitions>
  <inkml:trace contextRef="#ctx0" brushRef="#br0">789 1 24575,'0'0'0,"-14"0"0,-12 0 0,-2 0 0,-15 5 0,-6 18 0,24-4 0,-28 25 0,3 51 0,-37 69 0,-54 127 0,16 8 0,34 13 0,35-38 0,59-222 0,-3-5 0,2 0 0,14 90 0,-11-93 0,6 6 0,33 94 0,-32-104-234,5 1-1,42 71 1,-47-87 284,5 2 0,1-2 1,30 34-1,-31-37-75,1-3-1,1-1 1,27 21 0,-24-18 25,48 27 0,-46-33 0,47 18 0,15 2 0,3-9 0,-6-8 0,4-8 0,6-4 704,5-10-905,1-13 301,-69 8-100,42-17 0,-38 7 0,49-31 0,31-40 0,-15-9 0,-71 65 0,31-51 0,-39 53 0,24-55 0,-31 55 0,17-63 0,-20 57 0,5-49 0,-3-36 0,-9-10 0,-16-13 0,2 94 0,-16-52 0,-29-60 0,-20 6 0,-10 4 0,-6 16 0,-2 21 0,8 26 0,6 22 0,58 53 0,-33-18 0,-11 2 0,6 14 0,3 10 0,3 6 0,0 15 0,-6 13 0,0 18 0,-6 14 0,5 12 0,8 9 0,12-12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4.97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746.60046"/>
      <inkml:brushProperty name="anchorY" value="-5917.7085"/>
      <inkml:brushProperty name="scaleFactor" value="0.5"/>
    </inkml:brush>
  </inkml:definitions>
  <inkml:trace contextRef="#ctx0" brushRef="#br0">394 1 24575,'0'0'0,"0"19"0,0 47 0,11 37 0,0 42 0,-10 28 0,-20 76 0,-15 23-2322,-5-6 2985,-3-28-994,1-34 889,-8-32-717,3-49 238,38-104-79,-1-2 0,-18 28 0,23-37 0,0-2 0,-1 0 0,1 0 0,-2-1 0,1 1 0,-6 3 0,8-4 0,0-3 0,0 0 0,0 0 0,0 0 0,0-1 0,0 1 0,0-1 0,0 1 0,-6 0 0,7 1 0,0-2 0,0-1 0,0 1 0,-1-1 0,1 0 0,0 1 0,0-1 0,-1 0 0,1 0 0,-3-1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5.31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2155.51196"/>
      <inkml:brushProperty name="anchorY" value="-7085.38916"/>
      <inkml:brushProperty name="scaleFactor" value="0.5"/>
    </inkml:brush>
  </inkml:definitions>
  <inkml:trace contextRef="#ctx0" brushRef="#br0">1 1134 24575,'0'0'0,"9"-15"0,27-21 0,10-22 0,21-19 0,5-11 0,7-11 0,15-7 0,-2 1 0,-1 3 0,-12 10 0,-2 5 0,-2 9 0,1 1 0,-9 13 0,-15 15-7914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6.28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27.46252"/>
      <inkml:brushProperty name="anchorY" value="-6968.59082"/>
      <inkml:brushProperty name="scaleFactor" value="0.5"/>
    </inkml:brush>
  </inkml:definitions>
  <inkml:trace contextRef="#ctx0" brushRef="#br0">57 2941 24575,'0'0'0,"-5"-10"0,-7-14 0,0-5 0,2-3 0,2-13 0,2-17 0,3-10 0,7-26 0,6-16 0,19-19 0,11-21 0,14-29 0,7-29 0,-3-27-1210,0-3 1556,-7 9-519,-11 19 173,-7 39 0,-10 37 0,3 10 0,-7 18 0,-4 16 0,-5 20 0,-4 17 0,-4 13 1210,-1 20-1556,-1 40 519,10 72-173,6 47 0,1 36 0,-3 124 0,-3 28-2531,-9-13 3254,-9-20-1084,-2-27 361,-1-36-768,-4-32 987,2-30-328,-3-23 109,2-22 0,-3-28 0,3-22 0,-3-20 2439,-2-17-3136,15-31 818,1 0 0,0 0 0,0 0-1,0-1 1,0 1 0,-1-1 0,1 1-1,-1-1 1,-4 2 0,-17 5-366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6.61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47.90576"/>
      <inkml:brushProperty name="anchorY" value="-8055.76416"/>
      <inkml:brushProperty name="scaleFactor" value="0.5"/>
    </inkml:brush>
  </inkml:definitions>
  <inkml:trace contextRef="#ctx0" brushRef="#br0">0 329 24575,'0'0'0,"0"-5"0,6-1 0,5 0 0,7-4 0,9-5 0,5-5 0,7-9 0,6-19 0,4-14 0,0-7 0,-11 11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7.54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78.38281"/>
      <inkml:brushProperty name="anchorY" value="-8743.3916"/>
      <inkml:brushProperty name="scaleFactor" value="0.5"/>
    </inkml:brush>
  </inkml:definitions>
  <inkml:trace contextRef="#ctx0" brushRef="#br0">256 194 24575,'0'0'0,"0"24"0,0 38 0,0 24 0,0 57 0,-5 48 0,-13 27 0,-5 24 0,-5 12 0,4 1 0,-13 97 0,6-8 0,5-41-2355,7-64 3028,7-68-1010,6-68 337,3-61 0,0-40 0,0-14 0,-2-36 0,1-14 0,0-14 0,2-13 2356,1 2-3029,0-12 1009,1 0-336,0 1 0,0-3 0,0 9 0,0 3 0,6-3 0,6-4 0,5-10 0,5 1 0,9-4 0,3-7 0,6-13 0,0 0 0,-7 11 0,-3 9 0,-2 4 0,10-10 0,0 5 0,5-8 0,5-16 0,4-2 0,-4 7 0,2 22 0,-5 16 0,-10 21 0,-10 22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8.09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054.36768"/>
      <inkml:brushProperty name="anchorY" value="-9565.99219"/>
      <inkml:brushProperty name="scaleFactor" value="0.5"/>
    </inkml:brush>
  </inkml:definitions>
  <inkml:trace contextRef="#ctx0" brushRef="#br0">0 668 24575,'0'0'0,"10"0"0,14 0 0,21 0 0,16-12 0,13-16 0,109-74 0,25-23 0,19-6-1428,-29 14 1836,-39 27-612,-47 28 204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8.73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371.04053"/>
      <inkml:brushProperty name="anchorY" value="-9915.38184"/>
      <inkml:brushProperty name="scaleFactor" value="0.5"/>
    </inkml:brush>
  </inkml:definitions>
  <inkml:trace contextRef="#ctx0" brushRef="#br0">1 772 24575,'0'0'0,"14"0"0,28-11 0,27-24 0,20-11 0,43-26 0,21-12 0,0-6 0,-5 2 0,-8 6 0,-21 13 0,-30 13 0,-23 16 0,-19 9 0,-12 11 0,-8 3 0,-3 0 0,-7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9.60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751.19043"/>
      <inkml:brushProperty name="anchorY" value="-10159.7832"/>
      <inkml:brushProperty name="scaleFactor" value="0.5"/>
    </inkml:brush>
  </inkml:definitions>
  <inkml:trace contextRef="#ctx0" brushRef="#br0">569 1 24575,'0'0'0,"10"9"0,9 27 0,-2 27 0,-1 21 0,-5 22 0,-3 39 0,-9 28 0,-8 14 0,-14 10 0,-16 33 0,-10 20-2024,-7 17 2602,-4 16-8111,-7 18 9603,-21 42-3284,10-26 1265,8-62-76,7-81 25,52-141 0,-25 41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23:22:49.97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166.43359"/>
      <inkml:brushProperty name="anchorY" value="-12670.86035"/>
      <inkml:brushProperty name="scaleFactor" value="0.5"/>
    </inkml:brush>
  </inkml:definitions>
  <inkml:trace contextRef="#ctx0" brushRef="#br0">0 3175 24575,'0'0'0,"10"-34"0,37-74 0,16-19 0,32-38 0,66-48 0,39-32 0,122-74 0,108-66-6939,-5 30 8922,-13 27-2975,-54 60 992,-73 58-696,-68 57 895,-57 43-596,-57 37 482,-34 31-128,-19 15 43,-21 15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17EBB-976A-4F53-A5EA-2539C42F91DE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58FB8-02E7-4E36-ACD4-A2754589A8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13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C15AF-9997-4CA8-B163-870A91517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64FE83-2B80-4AEB-8455-373FD4A5E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D33DBC-ACCD-4408-9AEB-898254D2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5A112E-6753-4A4A-90C3-DD273E1D1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CB83BC-9DDB-4466-B0CF-F040B31E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506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50D4AD-61A8-488E-90E4-8C4566B5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685C6D-ECF0-4B74-BDE2-96A49ED22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311857-C9FA-4128-BCF3-931D4324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5B0DE8-F3A4-4B16-BB00-DA6EBAD8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57ACD4-8443-4CE6-B318-BAFCC786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586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0B48A-B60A-4DA5-9602-6C1FBCFA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558294-B697-4C89-B7C0-1F0B9075B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FF9D82-7F7C-4B00-9CEC-C7B64697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AD2F5E-0507-4240-82C0-B331E9EC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381515-6934-4F36-8698-98094B63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623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4DE7B-AA1F-40CA-8C96-D5DAD208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AF9EB2-4FAE-4830-8C23-18DBF0AE9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971FFC-FA6A-408D-A06E-E4A657B93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931D0A-EE18-4654-909E-003548AC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C82366-D8F1-4E03-BBC8-D8CE58DF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193521-19EE-48E2-ADBF-2C9D0D0A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82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4C577-D14D-4A4C-A7AC-F98510CB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DAF335-B1BD-429B-9AF6-314CAB6DC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12CB10-5D42-4EF0-8D12-83B9E44FB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A33FEB-0425-47F7-8325-1AD6F0B97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A689B28-4E7C-41F9-8E18-1D5583B9D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76BB550-DC43-4021-B0EE-FCAD8B4A9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3DAFCD-F1A8-4C9E-86DF-D4BEE1E2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35AA96-5F14-4DB2-AA48-9F4A971F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767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CE8972-8EAF-4AB8-BB1E-03B5EB7A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3C4633-0BF1-45F6-926D-06ABFCE13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5F1E4EB-5668-46C8-A3FF-7D3EBF3A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FEF0F2-5E64-46C1-B2AF-33211CB8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218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2B873C2-A3C8-4BF1-8662-13E33D24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E95E1D-C082-41E7-86C2-B2A380FD1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71096F-F119-4899-86A1-DDA72F59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088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53FC7-0DAF-42C2-B08B-7135F078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3F3EB8-27EA-4873-BDE9-3DBD277F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9DB755-789A-4DB2-9475-F92E09E89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2349DB-10DE-4781-9BAD-004ACB71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3EE15C-7F2F-4192-8683-E616FEAF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25C3AF-CEFF-4309-BC6E-F378432F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375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675E4-B223-484C-B9AB-57D1047D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170281-56E6-451C-AA4C-3FBF1FEDD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BD40BF-B928-4F88-BA1C-76D9FDB33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5B1BB8-AC5E-4CA4-9B98-AFFDCF3D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D023F6-5B47-4F60-AA92-44C6B88F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23C549-BEA2-4793-BB5C-7B8D0ADB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902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2C96ED-83EE-42AF-B5A3-71774B13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24530D-6E60-41E1-8306-A375918BF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B733E0-11F5-4180-941D-0F9E7DF9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52A6A0-7BFA-4F74-A491-13BEF33D0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75DDB3-A65F-4E05-AB20-650236BF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748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7D7438-3E06-4EF7-8B1E-7A2D6743FF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3A48FF-3F57-4B70-9BC7-8D90C4ED5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799A1A-27B2-44CC-AF4A-1B60C7A38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ECCC8A-06F0-4A76-9D58-C24794B1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3723E8-E445-432D-9087-77CB0A04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368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2BAF7-513B-485B-A426-EF03E276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4390E6-DBDD-43FA-84DA-064FE8C00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B62970-93D3-46D7-AD72-9437D50804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760C-BCE0-4DF5-B4C1-7894B65DDA31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439687-7A90-4C5D-B469-C87180E82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B95C81-8662-4C15-BE8A-7B38187C6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DF335-6B9E-4B64-8338-600E9608DF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143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60.png"/><Relationship Id="rId5" Type="http://schemas.openxmlformats.org/officeDocument/2006/relationships/image" Target="../media/image6.png"/><Relationship Id="rId4" Type="http://schemas.openxmlformats.org/officeDocument/2006/relationships/image" Target="../media/image5.jp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0.png"/><Relationship Id="rId18" Type="http://schemas.openxmlformats.org/officeDocument/2006/relationships/image" Target="../media/image33.png"/><Relationship Id="rId3" Type="http://schemas.openxmlformats.org/officeDocument/2006/relationships/image" Target="../media/image30.png"/><Relationship Id="rId12" Type="http://schemas.openxmlformats.org/officeDocument/2006/relationships/image" Target="../media/image240.png"/><Relationship Id="rId17" Type="http://schemas.openxmlformats.org/officeDocument/2006/relationships/image" Target="../media/image32.png"/><Relationship Id="rId2" Type="http://schemas.openxmlformats.org/officeDocument/2006/relationships/image" Target="../media/image29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30.png"/><Relationship Id="rId5" Type="http://schemas.openxmlformats.org/officeDocument/2006/relationships/image" Target="../media/image170.png"/><Relationship Id="rId15" Type="http://schemas.openxmlformats.org/officeDocument/2006/relationships/image" Target="../media/image270.png"/><Relationship Id="rId10" Type="http://schemas.openxmlformats.org/officeDocument/2006/relationships/image" Target="../media/image220.png"/><Relationship Id="rId19" Type="http://schemas.openxmlformats.org/officeDocument/2006/relationships/image" Target="../media/image34.png"/><Relationship Id="rId4" Type="http://schemas.openxmlformats.org/officeDocument/2006/relationships/image" Target="../media/image160.png"/><Relationship Id="rId14" Type="http://schemas.openxmlformats.org/officeDocument/2006/relationships/image" Target="../media/image26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37.png"/><Relationship Id="rId26" Type="http://schemas.openxmlformats.org/officeDocument/2006/relationships/image" Target="../media/image41.png"/><Relationship Id="rId39" Type="http://schemas.openxmlformats.org/officeDocument/2006/relationships/image" Target="../media/image49.png"/><Relationship Id="rId21" Type="http://schemas.openxmlformats.org/officeDocument/2006/relationships/customXml" Target="../ink/ink9.xml"/><Relationship Id="rId34" Type="http://schemas.openxmlformats.org/officeDocument/2006/relationships/image" Target="../media/image45.png"/><Relationship Id="rId42" Type="http://schemas.openxmlformats.org/officeDocument/2006/relationships/image" Target="../media/image52.png"/><Relationship Id="rId47" Type="http://schemas.openxmlformats.org/officeDocument/2006/relationships/image" Target="../media/image57.png"/><Relationship Id="rId7" Type="http://schemas.openxmlformats.org/officeDocument/2006/relationships/customXml" Target="../ink/ink2.xml"/><Relationship Id="rId2" Type="http://schemas.openxmlformats.org/officeDocument/2006/relationships/image" Target="../media/image280.png"/><Relationship Id="rId16" Type="http://schemas.openxmlformats.org/officeDocument/2006/relationships/image" Target="../media/image36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customXml" Target="../ink/ink4.xml"/><Relationship Id="rId24" Type="http://schemas.openxmlformats.org/officeDocument/2006/relationships/image" Target="../media/image40.png"/><Relationship Id="rId32" Type="http://schemas.openxmlformats.org/officeDocument/2006/relationships/image" Target="../media/image44.png"/><Relationship Id="rId37" Type="http://schemas.openxmlformats.org/officeDocument/2006/relationships/image" Target="../media/image47.png"/><Relationship Id="rId40" Type="http://schemas.openxmlformats.org/officeDocument/2006/relationships/image" Target="../media/image50.png"/><Relationship Id="rId45" Type="http://schemas.openxmlformats.org/officeDocument/2006/relationships/image" Target="../media/image55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42.png"/><Relationship Id="rId36" Type="http://schemas.openxmlformats.org/officeDocument/2006/relationships/image" Target="../media/image46.png"/><Relationship Id="rId10" Type="http://schemas.openxmlformats.org/officeDocument/2006/relationships/image" Target="../media/image330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4" Type="http://schemas.openxmlformats.org/officeDocument/2006/relationships/image" Target="../media/image54.png"/><Relationship Id="rId4" Type="http://schemas.openxmlformats.org/officeDocument/2006/relationships/image" Target="../media/image300.png"/><Relationship Id="rId9" Type="http://schemas.openxmlformats.org/officeDocument/2006/relationships/customXml" Target="../ink/ink3.xml"/><Relationship Id="rId14" Type="http://schemas.openxmlformats.org/officeDocument/2006/relationships/image" Target="../media/image35.png"/><Relationship Id="rId22" Type="http://schemas.openxmlformats.org/officeDocument/2006/relationships/image" Target="../media/image39.png"/><Relationship Id="rId27" Type="http://schemas.openxmlformats.org/officeDocument/2006/relationships/customXml" Target="../ink/ink12.xml"/><Relationship Id="rId30" Type="http://schemas.openxmlformats.org/officeDocument/2006/relationships/image" Target="../media/image43.png"/><Relationship Id="rId35" Type="http://schemas.openxmlformats.org/officeDocument/2006/relationships/customXml" Target="../ink/ink16.xml"/><Relationship Id="rId43" Type="http://schemas.openxmlformats.org/officeDocument/2006/relationships/image" Target="../media/image53.png"/><Relationship Id="rId8" Type="http://schemas.openxmlformats.org/officeDocument/2006/relationships/image" Target="../media/image320.png"/><Relationship Id="rId3" Type="http://schemas.openxmlformats.org/officeDocument/2006/relationships/image" Target="../media/image290.png"/><Relationship Id="rId12" Type="http://schemas.openxmlformats.org/officeDocument/2006/relationships/image" Target="../media/image340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48.png"/><Relationship Id="rId46" Type="http://schemas.openxmlformats.org/officeDocument/2006/relationships/image" Target="../media/image56.png"/><Relationship Id="rId20" Type="http://schemas.openxmlformats.org/officeDocument/2006/relationships/image" Target="../media/image38.png"/><Relationship Id="rId41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7A7E8D-F9AF-448F-ADCC-0CCA42F41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203" y="5432496"/>
            <a:ext cx="3690274" cy="2076937"/>
          </a:xfrm>
        </p:spPr>
        <p:txBody>
          <a:bodyPr>
            <a:normAutofit/>
          </a:bodyPr>
          <a:lstStyle/>
          <a:p>
            <a:pPr algn="l">
              <a:lnSpc>
                <a:spcPct val="75000"/>
              </a:lnSpc>
            </a:pPr>
            <a:r>
              <a:rPr lang="ru-RU" b="1" dirty="0"/>
              <a:t>Авторы:    </a:t>
            </a:r>
          </a:p>
          <a:p>
            <a:pPr algn="l">
              <a:lnSpc>
                <a:spcPct val="75000"/>
              </a:lnSpc>
            </a:pPr>
            <a:r>
              <a:rPr lang="ru-RU" dirty="0"/>
              <a:t>Костенко Екатерина В.</a:t>
            </a:r>
            <a:r>
              <a:rPr lang="ru-RU" b="1" dirty="0"/>
              <a:t>           </a:t>
            </a:r>
          </a:p>
          <a:p>
            <a:pPr algn="l">
              <a:lnSpc>
                <a:spcPct val="75000"/>
              </a:lnSpc>
            </a:pPr>
            <a:r>
              <a:rPr lang="ru-RU" dirty="0" err="1"/>
              <a:t>Халкечев</a:t>
            </a:r>
            <a:r>
              <a:rPr lang="ru-RU" dirty="0"/>
              <a:t> Дмитрий А.   </a:t>
            </a:r>
          </a:p>
          <a:p>
            <a:pPr algn="l">
              <a:lnSpc>
                <a:spcPct val="75000"/>
              </a:lnSpc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B9791-353B-4A62-B856-69336BD88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408" y="1443675"/>
            <a:ext cx="10395785" cy="23876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4472C4"/>
                </a:solidFill>
                <a:latin typeface="+mn-lt"/>
              </a:rPr>
              <a:t>Автоматическое дифференцирование</a:t>
            </a:r>
            <a:br>
              <a:rPr lang="ru-RU" b="1" dirty="0">
                <a:solidFill>
                  <a:srgbClr val="4472C4"/>
                </a:solidFill>
                <a:latin typeface="+mn-lt"/>
              </a:rPr>
            </a:br>
            <a:r>
              <a:rPr lang="ru-RU" b="1" dirty="0">
                <a:solidFill>
                  <a:srgbClr val="4472C4"/>
                </a:solidFill>
                <a:latin typeface="+mn-lt"/>
              </a:rPr>
              <a:t>и Дуальные числа</a:t>
            </a:r>
            <a:endParaRPr lang="ru-RU" b="1" dirty="0">
              <a:ln w="19050">
                <a:noFill/>
              </a:ln>
              <a:solidFill>
                <a:srgbClr val="4472C4"/>
              </a:solidFill>
              <a:latin typeface="+mn-lt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4193FCE-64B6-2B07-3238-58F0A7CB402C}"/>
              </a:ext>
            </a:extLst>
          </p:cNvPr>
          <p:cNvSpPr txBox="1">
            <a:spLocks/>
          </p:cNvSpPr>
          <p:nvPr/>
        </p:nvSpPr>
        <p:spPr>
          <a:xfrm rot="18004982">
            <a:off x="7450064" y="85257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Введение</a:t>
            </a:r>
          </a:p>
        </p:txBody>
      </p:sp>
      <p:pic>
        <p:nvPicPr>
          <p:cNvPr id="8" name="1208 (1)">
            <a:hlinkClick r:id="" action="ppaction://media"/>
            <a:extLst>
              <a:ext uri="{FF2B5EF4-FFF2-40B4-BE49-F238E27FC236}">
                <a16:creationId xmlns:a16="http://schemas.microsoft.com/office/drawing/2014/main" id="{135CA480-7120-4578-1157-C368757A98F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388301" cy="693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1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796A03-C810-FB60-344D-2C82F381B091}"/>
              </a:ext>
            </a:extLst>
          </p:cNvPr>
          <p:cNvSpPr txBox="1"/>
          <p:nvPr/>
        </p:nvSpPr>
        <p:spPr>
          <a:xfrm>
            <a:off x="326568" y="996207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Численное: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3475FF7D-7378-74A1-C826-A50EC00D5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35622"/>
              </p:ext>
            </p:extLst>
          </p:nvPr>
        </p:nvGraphicFramePr>
        <p:xfrm>
          <a:off x="1961990" y="3929165"/>
          <a:ext cx="8128000" cy="14935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Работает с "чёрным ящиком"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Неточность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Простота реализации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Непрактично для градиентов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7E4EEC-89C5-D829-C32B-1089B86B50AB}"/>
                  </a:ext>
                </a:extLst>
              </p:cNvPr>
              <p:cNvSpPr txBox="1"/>
              <p:nvPr/>
            </p:nvSpPr>
            <p:spPr>
              <a:xfrm>
                <a:off x="3153250" y="2100715"/>
                <a:ext cx="5745480" cy="1075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60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ru-RU" sz="3600" i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7E4EEC-89C5-D829-C32B-1089B86B5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250" y="2100715"/>
                <a:ext cx="5745480" cy="10751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2DF828-A6EE-B61F-5C06-BF201621C431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2DF828-A6EE-B61F-5C06-BF201621C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BEE9343-D2C1-76EB-396E-ADC5566AA7C6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4985A339-4057-F504-CDE3-B8D27FBFA1CE}"/>
              </a:ext>
            </a:extLst>
          </p:cNvPr>
          <p:cNvSpPr txBox="1">
            <a:spLocks/>
          </p:cNvSpPr>
          <p:nvPr/>
        </p:nvSpPr>
        <p:spPr>
          <a:xfrm>
            <a:off x="145143" y="-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FF1DCD-580D-D9C8-08D3-E86CAE0EA393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DCD23362-FB11-9B5B-5641-8BAD701CA924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F72CA777-136E-9570-F511-9C7153C2BF25}"/>
              </a:ext>
            </a:extLst>
          </p:cNvPr>
          <p:cNvSpPr txBox="1">
            <a:spLocks/>
          </p:cNvSpPr>
          <p:nvPr/>
        </p:nvSpPr>
        <p:spPr>
          <a:xfrm rot="9144323">
            <a:off x="10354487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4" name="1208 (1)(2)">
            <a:hlinkClick r:id="" action="ppaction://media"/>
            <a:extLst>
              <a:ext uri="{FF2B5EF4-FFF2-40B4-BE49-F238E27FC236}">
                <a16:creationId xmlns:a16="http://schemas.microsoft.com/office/drawing/2014/main" id="{FEF4DEFB-CA68-23A4-20F8-90BB2BF8AE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1" y="0"/>
            <a:ext cx="12243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5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8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9A9B-D8C4-62ED-6921-86AF50EA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 descr="Изображение выглядит как мультфильм, рисунок, иллюстрация, Мультфильм">
            <a:extLst>
              <a:ext uri="{FF2B5EF4-FFF2-40B4-BE49-F238E27FC236}">
                <a16:creationId xmlns:a16="http://schemas.microsoft.com/office/drawing/2014/main" id="{852ACF8E-B16B-4AF7-39C9-1BA55B05E09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05" y="797857"/>
            <a:ext cx="10654181" cy="106541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17D40C-C1DC-3FE1-B6A2-99A98FAA6893}"/>
              </a:ext>
            </a:extLst>
          </p:cNvPr>
          <p:cNvSpPr txBox="1"/>
          <p:nvPr/>
        </p:nvSpPr>
        <p:spPr>
          <a:xfrm>
            <a:off x="326568" y="996207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Численное:</a:t>
            </a: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28A3D71F-8F91-76C1-5A03-796FB0B3B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455506"/>
              </p:ext>
            </p:extLst>
          </p:nvPr>
        </p:nvGraphicFramePr>
        <p:xfrm>
          <a:off x="1961990" y="3929165"/>
          <a:ext cx="8128000" cy="18592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Работает с "чёрным ящиком"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Неточность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Простота реализации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Непрактично для большого числа параметров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E141E2-2E67-C840-77A2-26710FF474DA}"/>
                  </a:ext>
                </a:extLst>
              </p:cNvPr>
              <p:cNvSpPr txBox="1"/>
              <p:nvPr/>
            </p:nvSpPr>
            <p:spPr>
              <a:xfrm>
                <a:off x="3153250" y="2100715"/>
                <a:ext cx="5745480" cy="10751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60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ru-RU" sz="3600" i="1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ru-RU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ru-RU" sz="360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ru-RU" sz="36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E141E2-2E67-C840-77A2-26710FF47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250" y="2100715"/>
                <a:ext cx="5745480" cy="10751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F4DD6C-E4D3-54AF-F4BF-54DB44C0A0B9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F4DD6C-E4D3-54AF-F4BF-54DB44C0A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D2DC1B-45B8-8775-55C9-4BEF2D2988EF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D2DC1B-45B8-8775-55C9-4BEF2D298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00B8CD2-4E52-B195-A258-0877B591D734}"/>
              </a:ext>
            </a:extLst>
          </p:cNvPr>
          <p:cNvSpPr txBox="1"/>
          <p:nvPr/>
        </p:nvSpPr>
        <p:spPr>
          <a:xfrm>
            <a:off x="326568" y="-5574070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A3F05F0-C950-A08E-566E-FC7406EBA979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D6AB711-D043-F090-CCA3-7DDF17ED1D34}"/>
              </a:ext>
            </a:extLst>
          </p:cNvPr>
          <p:cNvSpPr txBox="1">
            <a:spLocks/>
          </p:cNvSpPr>
          <p:nvPr/>
        </p:nvSpPr>
        <p:spPr>
          <a:xfrm>
            <a:off x="145143" y="-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C09E3C-AB46-902C-91C3-6BF9500243A2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E863016-2D89-B07D-24BA-18B25E885F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32" y="9451947"/>
            <a:ext cx="5656730" cy="4242548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6E19ACAC-FFEF-9DDD-B212-BC1F6A160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431989"/>
              </p:ext>
            </p:extLst>
          </p:nvPr>
        </p:nvGraphicFramePr>
        <p:xfrm>
          <a:off x="1961990" y="8567218"/>
          <a:ext cx="8128000" cy="1950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Повторное использование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Медленная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Разрастание выражений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Общий вид решения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 дружит с кодом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98747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654892A-5940-32E7-DD34-37D3048F6968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18DBB585-9088-C40D-8F87-B3415638B11B}"/>
              </a:ext>
            </a:extLst>
          </p:cNvPr>
          <p:cNvSpPr txBox="1">
            <a:spLocks/>
          </p:cNvSpPr>
          <p:nvPr/>
        </p:nvSpPr>
        <p:spPr>
          <a:xfrm rot="9144323">
            <a:off x="10354487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12" name="1208 (1)(2)">
            <a:hlinkClick r:id="" action="ppaction://media"/>
            <a:extLst>
              <a:ext uri="{FF2B5EF4-FFF2-40B4-BE49-F238E27FC236}">
                <a16:creationId xmlns:a16="http://schemas.microsoft.com/office/drawing/2014/main" id="{69AC0EA1-3DA7-5404-E559-610458A100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 rot="18872145">
            <a:off x="-12713943" y="-5913120"/>
            <a:ext cx="12243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5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8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AC9E-1313-1FED-F3EC-DEFC7BAD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Изображение выглядит как мультфильм, рисунок, иллюстрация, Мультфильм">
            <a:extLst>
              <a:ext uri="{FF2B5EF4-FFF2-40B4-BE49-F238E27FC236}">
                <a16:creationId xmlns:a16="http://schemas.microsoft.com/office/drawing/2014/main" id="{0128D0C6-7EB0-F37D-1DEC-EA0BB3044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886" y="840049"/>
            <a:ext cx="5426824" cy="542682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3CF0D92-42FB-8139-FBEA-DAAF9A8FEEED}"/>
              </a:ext>
            </a:extLst>
          </p:cNvPr>
          <p:cNvSpPr txBox="1"/>
          <p:nvPr/>
        </p:nvSpPr>
        <p:spPr>
          <a:xfrm>
            <a:off x="1154544" y="1292631"/>
            <a:ext cx="10243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ln>
                  <a:solidFill>
                    <a:schemeClr val="bg1"/>
                  </a:solidFill>
                </a:ln>
              </a:rPr>
              <a:t>Можно ли получить производную</a:t>
            </a:r>
          </a:p>
          <a:p>
            <a:r>
              <a:rPr lang="ru-RU" sz="3600" dirty="0">
                <a:ln>
                  <a:solidFill>
                    <a:schemeClr val="bg1"/>
                  </a:solidFill>
                </a:ln>
              </a:rPr>
              <a:t>без символьных преобразований и приближений?</a:t>
            </a:r>
          </a:p>
        </p:txBody>
      </p:sp>
    </p:spTree>
    <p:extLst>
      <p:ext uri="{BB962C8B-B14F-4D97-AF65-F5344CB8AC3E}">
        <p14:creationId xmlns:p14="http://schemas.microsoft.com/office/powerpoint/2010/main" val="3407891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53123-22BA-8D1D-D813-9893F9B0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мультфильм, рисунок, иллюстрация, Мультфильм">
            <a:extLst>
              <a:ext uri="{FF2B5EF4-FFF2-40B4-BE49-F238E27FC236}">
                <a16:creationId xmlns:a16="http://schemas.microsoft.com/office/drawing/2014/main" id="{8808C97F-6156-A0CA-0F65-68EF3938BD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21612" y="-148255"/>
            <a:ext cx="16517215" cy="1651721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3BBD9BE-4F78-D458-6B7B-89AE98312EE8}"/>
              </a:ext>
            </a:extLst>
          </p:cNvPr>
          <p:cNvSpPr txBox="1"/>
          <p:nvPr/>
        </p:nvSpPr>
        <p:spPr>
          <a:xfrm>
            <a:off x="178140" y="2114816"/>
            <a:ext cx="1154142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sz="3600" b="1" dirty="0"/>
              <a:t>Идея:</a:t>
            </a:r>
            <a:endParaRPr lang="ru-RU" sz="3200" dirty="0"/>
          </a:p>
          <a:p>
            <a:pPr lvl="1"/>
            <a:r>
              <a:rPr lang="ru-RU" sz="3200" dirty="0"/>
              <a:t>- Мы хотим вычислять функцию так, чтобы попутно, автоматически и точно получать её производную — без отдельного кода для производной, без приближений, без символьных преобразований.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036EA9-ABB1-2F78-532C-69E4005A1DCD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036EA9-ABB1-2F78-532C-69E4005A1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D0D564-3092-D27F-D691-3A9F42A44433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D0D564-3092-D27F-D691-3A9F42A44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3332F3A-7DE4-45AB-551F-11D75E966194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B1E4BE-9A0D-BC4D-9DC8-299D8DDCBAC0}"/>
              </a:ext>
            </a:extLst>
          </p:cNvPr>
          <p:cNvSpPr/>
          <p:nvPr/>
        </p:nvSpPr>
        <p:spPr>
          <a:xfrm>
            <a:off x="-10406922" y="-15012"/>
            <a:ext cx="26316742" cy="85358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D7948E1-7413-C3EE-B521-B5306EC471BC}"/>
              </a:ext>
            </a:extLst>
          </p:cNvPr>
          <p:cNvSpPr txBox="1">
            <a:spLocks/>
          </p:cNvSpPr>
          <p:nvPr/>
        </p:nvSpPr>
        <p:spPr>
          <a:xfrm>
            <a:off x="145143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B8994C5-F851-FA51-524E-3B79F83FCF0C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974EE34C-2F96-F30A-9555-D25261D6D903}"/>
              </a:ext>
            </a:extLst>
          </p:cNvPr>
          <p:cNvSpPr txBox="1">
            <a:spLocks/>
          </p:cNvSpPr>
          <p:nvPr/>
        </p:nvSpPr>
        <p:spPr>
          <a:xfrm rot="10800000">
            <a:off x="-7384873" y="-1143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066B932-64A1-7406-351A-0E5B8387C2D5}"/>
              </a:ext>
            </a:extLst>
          </p:cNvPr>
          <p:cNvSpPr txBox="1">
            <a:spLocks/>
          </p:cNvSpPr>
          <p:nvPr/>
        </p:nvSpPr>
        <p:spPr>
          <a:xfrm>
            <a:off x="13154132" y="20353"/>
            <a:ext cx="5343435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Дуальные числа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8DDEF-ECE2-CA1E-54B6-CFF1557A9DF7}"/>
                  </a:ext>
                </a:extLst>
              </p:cNvPr>
              <p:cNvSpPr txBox="1"/>
              <p:nvPr/>
            </p:nvSpPr>
            <p:spPr>
              <a:xfrm>
                <a:off x="4187438" y="4230542"/>
                <a:ext cx="113758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3200" b="0" i="1" smtClean="0">
                        <a:noFill/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3200" dirty="0">
                    <a:noFill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dirty="0" smtClean="0">
                            <a:noFill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noFill/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3200" b="0" i="1" dirty="0" smtClean="0">
                            <a:noFill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dirty="0" smtClean="0">
                        <a:noFill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u-RU" sz="3200" dirty="0">
                  <a:noFill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E8DDEF-ECE2-CA1E-54B6-CFF1557A9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438" y="4230542"/>
                <a:ext cx="11375844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765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8EAE-FCA1-BC43-CB18-144CF67B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1208 (1)(4)">
            <a:hlinkClick r:id="" action="ppaction://media"/>
            <a:extLst>
              <a:ext uri="{FF2B5EF4-FFF2-40B4-BE49-F238E27FC236}">
                <a16:creationId xmlns:a16="http://schemas.microsoft.com/office/drawing/2014/main" id="{744BEF2C-0A6A-D222-47A5-6972F0AF95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"/>
            <a:ext cx="12243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4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3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B89BD-D09F-5C71-5B10-DDF1170EB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03BE01FF-8811-C83B-5FA9-7A8A5D51B262}"/>
              </a:ext>
            </a:extLst>
          </p:cNvPr>
          <p:cNvSpPr txBox="1">
            <a:spLocks/>
          </p:cNvSpPr>
          <p:nvPr/>
        </p:nvSpPr>
        <p:spPr>
          <a:xfrm>
            <a:off x="14142497" y="20353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pic>
        <p:nvPicPr>
          <p:cNvPr id="4" name="1208 (1)(5)">
            <a:hlinkClick r:id="" action="ppaction://media"/>
            <a:extLst>
              <a:ext uri="{FF2B5EF4-FFF2-40B4-BE49-F238E27FC236}">
                <a16:creationId xmlns:a16="http://schemas.microsoft.com/office/drawing/2014/main" id="{E572FE89-3263-F0ED-5B16-C32F82A342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" y="0"/>
            <a:ext cx="12243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6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34A7-746E-557C-19B0-7343C2F6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1208 (1)(6)">
            <a:hlinkClick r:id="" action="ppaction://media"/>
            <a:extLst>
              <a:ext uri="{FF2B5EF4-FFF2-40B4-BE49-F238E27FC236}">
                <a16:creationId xmlns:a16="http://schemas.microsoft.com/office/drawing/2014/main" id="{52181221-3EAD-4B2B-DB52-590EC992DEB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" y="0"/>
            <a:ext cx="12192001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2D5E-1A52-5E68-E0F5-B3C5170C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25AF72-52DC-E092-A4A5-0CAAE96A2CA9}"/>
                  </a:ext>
                </a:extLst>
              </p:cNvPr>
              <p:cNvSpPr txBox="1"/>
              <p:nvPr/>
            </p:nvSpPr>
            <p:spPr>
              <a:xfrm rot="722438">
                <a:off x="3383329" y="-1152184"/>
                <a:ext cx="53511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25AF72-52DC-E092-A4A5-0CAAE96A2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22438">
                <a:off x="3383329" y="-1152184"/>
                <a:ext cx="5351145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2E95F7-2115-794A-9350-759262728362}"/>
                  </a:ext>
                </a:extLst>
              </p:cNvPr>
              <p:cNvSpPr txBox="1"/>
              <p:nvPr/>
            </p:nvSpPr>
            <p:spPr>
              <a:xfrm rot="20078247">
                <a:off x="-2397110" y="-304455"/>
                <a:ext cx="423398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800" dirty="0"/>
                  <a:t>Любая функция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800" dirty="0"/>
                  <a:t> даёт: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2E95F7-2115-794A-9350-759262728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078247">
                <a:off x="-2397110" y="-304455"/>
                <a:ext cx="4233980" cy="523220"/>
              </a:xfrm>
              <a:prstGeom prst="rect">
                <a:avLst/>
              </a:prstGeom>
              <a:blipFill>
                <a:blip r:embed="rId3"/>
                <a:stretch>
                  <a:fillRect l="-3303" t="-3723" r="-3604" b="-9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8B7A4A-E57B-923F-CEB7-F1BC90533F1A}"/>
                  </a:ext>
                </a:extLst>
              </p:cNvPr>
              <p:cNvSpPr txBox="1"/>
              <p:nvPr/>
            </p:nvSpPr>
            <p:spPr>
              <a:xfrm rot="2092720">
                <a:off x="9108600" y="-323597"/>
                <a:ext cx="19576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3200" i="1" smtClean="0">
                        <a:latin typeface="Cambria Math" panose="02040503050406030204" pitchFamily="18" charset="0"/>
                      </a:rPr>
                      <m:t>г</m:t>
                    </m:r>
                    <m:r>
                      <a:rPr lang="ru-RU" sz="3200" b="0" i="1" smtClean="0">
                        <a:latin typeface="Cambria Math" panose="02040503050406030204" pitchFamily="18" charset="0"/>
                      </a:rPr>
                      <m:t>де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3200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8B7A4A-E57B-923F-CEB7-F1BC90533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2720">
                <a:off x="9108600" y="-323597"/>
                <a:ext cx="195765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420B2F7-9685-6D0B-90BF-D136062216E1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63E658A-C133-D27E-EDD3-BDB5FEE1E711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EFF46115-EAC2-C15B-BD05-9150EA27771E}"/>
              </a:ext>
            </a:extLst>
          </p:cNvPr>
          <p:cNvSpPr txBox="1">
            <a:spLocks/>
          </p:cNvSpPr>
          <p:nvPr/>
        </p:nvSpPr>
        <p:spPr>
          <a:xfrm rot="10800000">
            <a:off x="-7384873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29A117BD-27FB-6B68-7865-8AE96BC785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52830" y="20353"/>
                <a:ext cx="7383417" cy="7978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ru-RU" sz="3600" b="1" dirty="0">
                    <a:solidFill>
                      <a:schemeClr val="bg1"/>
                    </a:solidFill>
                  </a:rPr>
                  <a:t>Зачем нужен </a:t>
                </a:r>
                <a14:m>
                  <m:oMath xmlns:m="http://schemas.openxmlformats.org/officeDocument/2006/math">
                    <m:r>
                      <a:rPr lang="ru-RU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ru-RU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29A117BD-27FB-6B68-7865-8AE96BC78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52830" y="20353"/>
                <a:ext cx="7383417" cy="797859"/>
              </a:xfrm>
              <a:prstGeom prst="rect">
                <a:avLst/>
              </a:prstGeom>
              <a:blipFill>
                <a:blip r:embed="rId5"/>
                <a:stretch>
                  <a:fillRect l="-2477" b="-290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35A0B3-7840-CAE3-7F9E-FD454424DA22}"/>
                  </a:ext>
                </a:extLst>
              </p:cNvPr>
              <p:cNvSpPr txBox="1"/>
              <p:nvPr/>
            </p:nvSpPr>
            <p:spPr>
              <a:xfrm>
                <a:off x="644509" y="1274791"/>
                <a:ext cx="351589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35A0B3-7840-CAE3-7F9E-FD454424D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9" y="1274791"/>
                <a:ext cx="3515899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CE8819-6F94-AC3F-7A85-CD785A28E44E}"/>
                  </a:ext>
                </a:extLst>
              </p:cNvPr>
              <p:cNvSpPr txBox="1"/>
              <p:nvPr/>
            </p:nvSpPr>
            <p:spPr>
              <a:xfrm>
                <a:off x="4761989" y="1319808"/>
                <a:ext cx="17743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CE8819-6F94-AC3F-7A85-CD785A28E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989" y="1319808"/>
                <a:ext cx="1774332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B6389F-44DF-CB57-96A1-53B6211241DD}"/>
                  </a:ext>
                </a:extLst>
              </p:cNvPr>
              <p:cNvSpPr txBox="1"/>
              <p:nvPr/>
            </p:nvSpPr>
            <p:spPr>
              <a:xfrm>
                <a:off x="-1" y="2106129"/>
                <a:ext cx="12192001" cy="2431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9+6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+(9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endParaRPr lang="ru-RU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B6389F-44DF-CB57-96A1-53B621124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106129"/>
                <a:ext cx="12192001" cy="24314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ECDA5A-3E34-7CC9-BA94-E9DF7FEC0A22}"/>
                  </a:ext>
                </a:extLst>
              </p:cNvPr>
              <p:cNvSpPr txBox="1"/>
              <p:nvPr/>
            </p:nvSpPr>
            <p:spPr>
              <a:xfrm rot="16200000">
                <a:off x="4127258" y="3638825"/>
                <a:ext cx="492443" cy="1007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ECDA5A-3E34-7CC9-BA94-E9DF7FEC0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27258" y="3638825"/>
                <a:ext cx="492443" cy="100726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4F5920-BAD7-024F-C3F6-83E06BEC4E49}"/>
                  </a:ext>
                </a:extLst>
              </p:cNvPr>
              <p:cNvSpPr txBox="1"/>
              <p:nvPr/>
            </p:nvSpPr>
            <p:spPr>
              <a:xfrm rot="16200000">
                <a:off x="6872549" y="3343559"/>
                <a:ext cx="431015" cy="1598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4F5920-BAD7-024F-C3F6-83E06BEC4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72549" y="3343559"/>
                <a:ext cx="431015" cy="15987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1E73692-C14B-49B1-F7FA-2C2DE9538A0A}"/>
              </a:ext>
            </a:extLst>
          </p:cNvPr>
          <p:cNvSpPr txBox="1"/>
          <p:nvPr/>
        </p:nvSpPr>
        <p:spPr>
          <a:xfrm>
            <a:off x="3648068" y="4326374"/>
            <a:ext cx="16289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Значение</a:t>
            </a:r>
            <a:endParaRPr lang="en-US" sz="2800" dirty="0"/>
          </a:p>
          <a:p>
            <a:pPr algn="ctr"/>
            <a:r>
              <a:rPr lang="ru-RU" sz="2800" dirty="0"/>
              <a:t>функции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0A5185-A488-6F94-28DF-68C8A525AF1A}"/>
              </a:ext>
            </a:extLst>
          </p:cNvPr>
          <p:cNvSpPr txBox="1"/>
          <p:nvPr/>
        </p:nvSpPr>
        <p:spPr>
          <a:xfrm>
            <a:off x="5976405" y="4326373"/>
            <a:ext cx="22233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Значение её </a:t>
            </a:r>
            <a:endParaRPr lang="en-US" sz="2800" dirty="0"/>
          </a:p>
          <a:p>
            <a:pPr algn="ctr"/>
            <a:r>
              <a:rPr lang="ru-RU" sz="2800" dirty="0"/>
              <a:t>производной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A84693-A553-E398-A30E-A3CB5F85E5EB}"/>
                  </a:ext>
                </a:extLst>
              </p:cNvPr>
              <p:cNvSpPr txBox="1"/>
              <p:nvPr/>
            </p:nvSpPr>
            <p:spPr>
              <a:xfrm>
                <a:off x="0" y="5325512"/>
                <a:ext cx="4392100" cy="879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b="1" dirty="0">
                    <a:noFill/>
                  </a:rPr>
                  <a:t>Проверка</a:t>
                </a:r>
                <a:r>
                  <a:rPr lang="ru-RU" dirty="0">
                    <a:noFill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noFill/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noFill/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sSup>
                      <m:sSup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noFill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noFill/>
                  </a:rPr>
                  <a:t>	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=6</m:t>
                    </m:r>
                    <m:func>
                      <m:funcPr>
                        <m:ctrlPr>
                          <a:rPr lang="en-US" b="0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noFill/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noFill/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+9</m:t>
                    </m:r>
                    <m:r>
                      <m:rPr>
                        <m:sty m:val="p"/>
                      </m:rPr>
                      <a:rPr lang="en-US" b="0" i="0" smtClean="0">
                        <a:noFill/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⁡(3)</m:t>
                    </m:r>
                  </m:oMath>
                </a14:m>
                <a:endParaRPr lang="ru-RU" dirty="0">
                  <a:noFill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A84693-A553-E398-A30E-A3CB5F85E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25512"/>
                <a:ext cx="4392100" cy="8796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E6CC31EE-99CB-774A-C0F7-388B4924E38C}"/>
              </a:ext>
            </a:extLst>
          </p:cNvPr>
          <p:cNvSpPr txBox="1">
            <a:spLocks/>
          </p:cNvSpPr>
          <p:nvPr/>
        </p:nvSpPr>
        <p:spPr>
          <a:xfrm>
            <a:off x="145143" y="20353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BE9973-81F3-511D-87BB-67BE4ADE6E25}"/>
                  </a:ext>
                </a:extLst>
              </p:cNvPr>
              <p:cNvSpPr txBox="1"/>
              <p:nvPr/>
            </p:nvSpPr>
            <p:spPr>
              <a:xfrm rot="1186373">
                <a:off x="134577" y="7994339"/>
                <a:ext cx="602113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𝑑𝑐𝑜𝑠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BE9973-81F3-511D-87BB-67BE4ADE6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86373">
                <a:off x="134577" y="7994339"/>
                <a:ext cx="6021135" cy="5847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2647F0-041B-3CC0-C033-7E751D8E9355}"/>
                  </a:ext>
                </a:extLst>
              </p:cNvPr>
              <p:cNvSpPr txBox="1"/>
              <p:nvPr/>
            </p:nvSpPr>
            <p:spPr>
              <a:xfrm rot="21103008">
                <a:off x="192350" y="7767711"/>
                <a:ext cx="590559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𝑑𝑠𝑖𝑛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2647F0-041B-3CC0-C033-7E751D8E9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03008">
                <a:off x="192350" y="7767711"/>
                <a:ext cx="5905591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EBABEE-36FC-00C3-3786-7FF44EB835C6}"/>
                  </a:ext>
                </a:extLst>
              </p:cNvPr>
              <p:cNvSpPr txBox="1"/>
              <p:nvPr/>
            </p:nvSpPr>
            <p:spPr>
              <a:xfrm rot="1274872">
                <a:off x="192351" y="7952091"/>
                <a:ext cx="3445046" cy="501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EBABEE-36FC-00C3-3786-7FF44EB83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74872">
                <a:off x="192351" y="7952091"/>
                <a:ext cx="3445046" cy="50129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C9E406-51E1-3EF4-646A-66B4358714DD}"/>
                  </a:ext>
                </a:extLst>
              </p:cNvPr>
              <p:cNvSpPr txBox="1"/>
              <p:nvPr/>
            </p:nvSpPr>
            <p:spPr>
              <a:xfrm rot="20333304">
                <a:off x="7150119" y="8036297"/>
                <a:ext cx="4386265" cy="9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2C9E406-51E1-3EF4-646A-66B435871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333304">
                <a:off x="7150119" y="8036297"/>
                <a:ext cx="4386265" cy="935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673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8CA8B-C2BF-7645-3F16-312DE984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D24761-950E-7A4B-7A60-41B163CB6E0A}"/>
                  </a:ext>
                </a:extLst>
              </p:cNvPr>
              <p:cNvSpPr txBox="1"/>
              <p:nvPr/>
            </p:nvSpPr>
            <p:spPr>
              <a:xfrm>
                <a:off x="644509" y="1274791"/>
                <a:ext cx="351589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D24761-950E-7A4B-7A60-41B163CB6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9" y="1274791"/>
                <a:ext cx="351589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339A97-1C7E-8C2A-A47D-DC6CDD92977A}"/>
                  </a:ext>
                </a:extLst>
              </p:cNvPr>
              <p:cNvSpPr txBox="1"/>
              <p:nvPr/>
            </p:nvSpPr>
            <p:spPr>
              <a:xfrm>
                <a:off x="4761989" y="1319808"/>
                <a:ext cx="177433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=3+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339A97-1C7E-8C2A-A47D-DC6CDD929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989" y="1319808"/>
                <a:ext cx="1774332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0902A9F-1439-7701-708E-2D5B4B3C06DF}"/>
              </a:ext>
            </a:extLst>
          </p:cNvPr>
          <p:cNvSpPr txBox="1"/>
          <p:nvPr/>
        </p:nvSpPr>
        <p:spPr>
          <a:xfrm>
            <a:off x="3648068" y="4326374"/>
            <a:ext cx="16289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Значение</a:t>
            </a:r>
            <a:endParaRPr lang="en-US" sz="2800" dirty="0"/>
          </a:p>
          <a:p>
            <a:pPr algn="ctr"/>
            <a:r>
              <a:rPr lang="ru-RU" sz="2800" dirty="0"/>
              <a:t>функции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EBD8E0-B17F-1CA8-DE40-343AB3D39971}"/>
              </a:ext>
            </a:extLst>
          </p:cNvPr>
          <p:cNvSpPr txBox="1"/>
          <p:nvPr/>
        </p:nvSpPr>
        <p:spPr>
          <a:xfrm>
            <a:off x="5976405" y="4326373"/>
            <a:ext cx="22233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Значение её </a:t>
            </a:r>
            <a:endParaRPr lang="en-US" sz="2800" dirty="0"/>
          </a:p>
          <a:p>
            <a:pPr algn="ctr"/>
            <a:r>
              <a:rPr lang="ru-RU" sz="2800" dirty="0"/>
              <a:t>производной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2AC286-8786-595E-9DE4-B56A9EAF93B9}"/>
                  </a:ext>
                </a:extLst>
              </p:cNvPr>
              <p:cNvSpPr txBox="1"/>
              <p:nvPr/>
            </p:nvSpPr>
            <p:spPr>
              <a:xfrm>
                <a:off x="0" y="5325512"/>
                <a:ext cx="5790881" cy="1142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sz="2400" b="1" dirty="0"/>
                  <a:t>Проверка</a:t>
                </a:r>
                <a:r>
                  <a:rPr lang="ru-RU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+9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⁡(3)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12AC286-8786-595E-9DE4-B56A9EAF9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25512"/>
                <a:ext cx="5790881" cy="1142108"/>
              </a:xfrm>
              <a:prstGeom prst="rect">
                <a:avLst/>
              </a:prstGeom>
              <a:blipFill>
                <a:blip r:embed="rId4"/>
                <a:stretch>
                  <a:fillRect l="-1579" b="-69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3F7EA869-A365-FD7F-B7CB-99B8AE489BBE}"/>
              </a:ext>
            </a:extLst>
          </p:cNvPr>
          <p:cNvGrpSpPr/>
          <p:nvPr/>
        </p:nvGrpSpPr>
        <p:grpSpPr>
          <a:xfrm>
            <a:off x="5812560" y="4434880"/>
            <a:ext cx="5879520" cy="2431080"/>
            <a:chOff x="5812560" y="4434880"/>
            <a:chExt cx="5879520" cy="2431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29" name="Рукописный ввод 28">
                  <a:extLst>
                    <a:ext uri="{FF2B5EF4-FFF2-40B4-BE49-F238E27FC236}">
                      <a16:creationId xmlns:a16="http://schemas.microsoft.com/office/drawing/2014/main" id="{5E59EF0A-EB91-9E70-A7BE-0D0FF869AFF8}"/>
                    </a:ext>
                  </a:extLst>
                </p14:cNvPr>
                <p14:cNvContentPartPr/>
                <p14:nvPr/>
              </p14:nvContentPartPr>
              <p14:xfrm>
                <a:off x="5812560" y="5587600"/>
                <a:ext cx="334440" cy="1278360"/>
              </p14:xfrm>
            </p:contentPart>
          </mc:Choice>
          <mc:Fallback xmlns="">
            <p:pic>
              <p:nvPicPr>
                <p:cNvPr id="29" name="Рукописный ввод 28">
                  <a:extLst>
                    <a:ext uri="{FF2B5EF4-FFF2-40B4-BE49-F238E27FC236}">
                      <a16:creationId xmlns:a16="http://schemas.microsoft.com/office/drawing/2014/main" id="{5E59EF0A-EB91-9E70-A7BE-0D0FF869AFF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03570" y="5578600"/>
                  <a:ext cx="352061" cy="12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30" name="Рукописный ввод 29">
                  <a:extLst>
                    <a:ext uri="{FF2B5EF4-FFF2-40B4-BE49-F238E27FC236}">
                      <a16:creationId xmlns:a16="http://schemas.microsoft.com/office/drawing/2014/main" id="{607EFA06-7477-BD74-6950-38F80184448C}"/>
                    </a:ext>
                  </a:extLst>
                </p14:cNvPr>
                <p14:cNvContentPartPr/>
                <p14:nvPr/>
              </p14:nvContentPartPr>
              <p14:xfrm>
                <a:off x="5954400" y="5613520"/>
                <a:ext cx="575280" cy="697680"/>
              </p14:xfrm>
            </p:contentPart>
          </mc:Choice>
          <mc:Fallback xmlns="">
            <p:pic>
              <p:nvPicPr>
                <p:cNvPr id="30" name="Рукописный ввод 29">
                  <a:extLst>
                    <a:ext uri="{FF2B5EF4-FFF2-40B4-BE49-F238E27FC236}">
                      <a16:creationId xmlns:a16="http://schemas.microsoft.com/office/drawing/2014/main" id="{607EFA06-7477-BD74-6950-38F8018444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45400" y="5604520"/>
                  <a:ext cx="59292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31" name="Рукописный ввод 30">
                  <a:extLst>
                    <a:ext uri="{FF2B5EF4-FFF2-40B4-BE49-F238E27FC236}">
                      <a16:creationId xmlns:a16="http://schemas.microsoft.com/office/drawing/2014/main" id="{320A8D24-CD94-3C40-37BB-9FF777F54DE3}"/>
                    </a:ext>
                  </a:extLst>
                </p14:cNvPr>
                <p14:cNvContentPartPr/>
                <p14:nvPr/>
              </p14:nvContentPartPr>
              <p14:xfrm>
                <a:off x="6705360" y="5774440"/>
                <a:ext cx="350280" cy="941400"/>
              </p14:xfrm>
            </p:contentPart>
          </mc:Choice>
          <mc:Fallback xmlns="">
            <p:pic>
              <p:nvPicPr>
                <p:cNvPr id="31" name="Рукописный ввод 30">
                  <a:extLst>
                    <a:ext uri="{FF2B5EF4-FFF2-40B4-BE49-F238E27FC236}">
                      <a16:creationId xmlns:a16="http://schemas.microsoft.com/office/drawing/2014/main" id="{320A8D24-CD94-3C40-37BB-9FF777F54D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96351" y="5765440"/>
                  <a:ext cx="367938" cy="9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32" name="Рукописный ввод 31">
                  <a:extLst>
                    <a:ext uri="{FF2B5EF4-FFF2-40B4-BE49-F238E27FC236}">
                      <a16:creationId xmlns:a16="http://schemas.microsoft.com/office/drawing/2014/main" id="{6B3A233E-5442-FF7F-D9A2-F6FBC7CB055C}"/>
                    </a:ext>
                  </a:extLst>
                </p14:cNvPr>
                <p14:cNvContentPartPr/>
                <p14:nvPr/>
              </p14:nvContentPartPr>
              <p14:xfrm>
                <a:off x="6858000" y="6313360"/>
                <a:ext cx="276120" cy="56880"/>
              </p14:xfrm>
            </p:contentPart>
          </mc:Choice>
          <mc:Fallback xmlns="">
            <p:pic>
              <p:nvPicPr>
                <p:cNvPr id="32" name="Рукописный ввод 31">
                  <a:extLst>
                    <a:ext uri="{FF2B5EF4-FFF2-40B4-BE49-F238E27FC236}">
                      <a16:creationId xmlns:a16="http://schemas.microsoft.com/office/drawing/2014/main" id="{6B3A233E-5442-FF7F-D9A2-F6FBC7CB05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48988" y="6304360"/>
                  <a:ext cx="293783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38" name="Рукописный ввод 37">
                  <a:extLst>
                    <a:ext uri="{FF2B5EF4-FFF2-40B4-BE49-F238E27FC236}">
                      <a16:creationId xmlns:a16="http://schemas.microsoft.com/office/drawing/2014/main" id="{D30A6791-8AE4-31B3-EF85-809CBBA08A34}"/>
                    </a:ext>
                  </a:extLst>
                </p14:cNvPr>
                <p14:cNvContentPartPr/>
                <p14:nvPr/>
              </p14:nvContentPartPr>
              <p14:xfrm>
                <a:off x="7361640" y="5658880"/>
                <a:ext cx="460440" cy="873000"/>
              </p14:xfrm>
            </p:contentPart>
          </mc:Choice>
          <mc:Fallback xmlns="">
            <p:pic>
              <p:nvPicPr>
                <p:cNvPr id="38" name="Рукописный ввод 37">
                  <a:extLst>
                    <a:ext uri="{FF2B5EF4-FFF2-40B4-BE49-F238E27FC236}">
                      <a16:creationId xmlns:a16="http://schemas.microsoft.com/office/drawing/2014/main" id="{D30A6791-8AE4-31B3-EF85-809CBBA08A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52640" y="5649884"/>
                  <a:ext cx="478080" cy="8906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39" name="Рукописный ввод 38">
                  <a:extLst>
                    <a:ext uri="{FF2B5EF4-FFF2-40B4-BE49-F238E27FC236}">
                      <a16:creationId xmlns:a16="http://schemas.microsoft.com/office/drawing/2014/main" id="{FDFDC0FA-D03C-9CEE-C950-5425F675607D}"/>
                    </a:ext>
                  </a:extLst>
                </p14:cNvPr>
                <p14:cNvContentPartPr/>
                <p14:nvPr/>
              </p14:nvContentPartPr>
              <p14:xfrm>
                <a:off x="7548840" y="5684080"/>
                <a:ext cx="291240" cy="25920"/>
              </p14:xfrm>
            </p:contentPart>
          </mc:Choice>
          <mc:Fallback xmlns="">
            <p:pic>
              <p:nvPicPr>
                <p:cNvPr id="39" name="Рукописный ввод 38">
                  <a:extLst>
                    <a:ext uri="{FF2B5EF4-FFF2-40B4-BE49-F238E27FC236}">
                      <a16:creationId xmlns:a16="http://schemas.microsoft.com/office/drawing/2014/main" id="{FDFDC0FA-D03C-9CEE-C950-5425F675607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539851" y="5675080"/>
                  <a:ext cx="308858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40" name="Рукописный ввод 39">
                  <a:extLst>
                    <a:ext uri="{FF2B5EF4-FFF2-40B4-BE49-F238E27FC236}">
                      <a16:creationId xmlns:a16="http://schemas.microsoft.com/office/drawing/2014/main" id="{9FD277A0-7D7D-B8F2-EC20-E4B019F38F56}"/>
                    </a:ext>
                  </a:extLst>
                </p14:cNvPr>
                <p14:cNvContentPartPr/>
                <p14:nvPr/>
              </p14:nvContentPartPr>
              <p14:xfrm>
                <a:off x="8148600" y="5760400"/>
                <a:ext cx="667080" cy="967320"/>
              </p14:xfrm>
            </p:contentPart>
          </mc:Choice>
          <mc:Fallback xmlns="">
            <p:pic>
              <p:nvPicPr>
                <p:cNvPr id="40" name="Рукописный ввод 39">
                  <a:extLst>
                    <a:ext uri="{FF2B5EF4-FFF2-40B4-BE49-F238E27FC236}">
                      <a16:creationId xmlns:a16="http://schemas.microsoft.com/office/drawing/2014/main" id="{9FD277A0-7D7D-B8F2-EC20-E4B019F38F5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39600" y="5751400"/>
                  <a:ext cx="684720" cy="9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">
              <p14:nvContentPartPr>
                <p14:cNvPr id="41" name="Рукописный ввод 40">
                  <a:extLst>
                    <a:ext uri="{FF2B5EF4-FFF2-40B4-BE49-F238E27FC236}">
                      <a16:creationId xmlns:a16="http://schemas.microsoft.com/office/drawing/2014/main" id="{DC7E0E1B-DF37-FE0A-5A15-FF6BB2D96835}"/>
                    </a:ext>
                  </a:extLst>
                </p14:cNvPr>
                <p14:cNvContentPartPr/>
                <p14:nvPr/>
              </p14:nvContentPartPr>
              <p14:xfrm>
                <a:off x="8921160" y="5516680"/>
                <a:ext cx="150120" cy="786600"/>
              </p14:xfrm>
            </p:contentPart>
          </mc:Choice>
          <mc:Fallback xmlns="">
            <p:pic>
              <p:nvPicPr>
                <p:cNvPr id="41" name="Рукописный ввод 40">
                  <a:extLst>
                    <a:ext uri="{FF2B5EF4-FFF2-40B4-BE49-F238E27FC236}">
                      <a16:creationId xmlns:a16="http://schemas.microsoft.com/office/drawing/2014/main" id="{DC7E0E1B-DF37-FE0A-5A15-FF6BB2D968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12160" y="5507680"/>
                  <a:ext cx="167760" cy="80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42" name="Рукописный ввод 41">
                  <a:extLst>
                    <a:ext uri="{FF2B5EF4-FFF2-40B4-BE49-F238E27FC236}">
                      <a16:creationId xmlns:a16="http://schemas.microsoft.com/office/drawing/2014/main" id="{D27ADF7B-BD5B-D5EE-2B8A-8AC2798C06DB}"/>
                    </a:ext>
                  </a:extLst>
                </p14:cNvPr>
                <p14:cNvContentPartPr/>
                <p14:nvPr/>
              </p14:nvContentPartPr>
              <p14:xfrm>
                <a:off x="8889840" y="5291680"/>
                <a:ext cx="364680" cy="408240"/>
              </p14:xfrm>
            </p:contentPart>
          </mc:Choice>
          <mc:Fallback xmlns="">
            <p:pic>
              <p:nvPicPr>
                <p:cNvPr id="42" name="Рукописный ввод 41">
                  <a:extLst>
                    <a:ext uri="{FF2B5EF4-FFF2-40B4-BE49-F238E27FC236}">
                      <a16:creationId xmlns:a16="http://schemas.microsoft.com/office/drawing/2014/main" id="{D27ADF7B-BD5B-D5EE-2B8A-8AC2798C06D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80840" y="5282680"/>
                  <a:ext cx="3823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43" name="Рукописный ввод 42">
                  <a:extLst>
                    <a:ext uri="{FF2B5EF4-FFF2-40B4-BE49-F238E27FC236}">
                      <a16:creationId xmlns:a16="http://schemas.microsoft.com/office/drawing/2014/main" id="{5D62FF93-DE64-A368-1800-4AFE6D285F28}"/>
                    </a:ext>
                  </a:extLst>
                </p14:cNvPr>
                <p14:cNvContentPartPr/>
                <p14:nvPr/>
              </p14:nvContentPartPr>
              <p14:xfrm>
                <a:off x="9245520" y="5443600"/>
                <a:ext cx="219960" cy="1084320"/>
              </p14:xfrm>
            </p:contentPart>
          </mc:Choice>
          <mc:Fallback xmlns="">
            <p:pic>
              <p:nvPicPr>
                <p:cNvPr id="43" name="Рукописный ввод 42">
                  <a:extLst>
                    <a:ext uri="{FF2B5EF4-FFF2-40B4-BE49-F238E27FC236}">
                      <a16:creationId xmlns:a16="http://schemas.microsoft.com/office/drawing/2014/main" id="{5D62FF93-DE64-A368-1800-4AFE6D285F2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236520" y="5434600"/>
                  <a:ext cx="237600" cy="11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44" name="Рукописный ввод 43">
                  <a:extLst>
                    <a:ext uri="{FF2B5EF4-FFF2-40B4-BE49-F238E27FC236}">
                      <a16:creationId xmlns:a16="http://schemas.microsoft.com/office/drawing/2014/main" id="{642B0C9E-D473-DDDE-8B3B-A756ACE7570A}"/>
                    </a:ext>
                  </a:extLst>
                </p14:cNvPr>
                <p14:cNvContentPartPr/>
                <p14:nvPr/>
              </p14:nvContentPartPr>
              <p14:xfrm>
                <a:off x="9347040" y="6048760"/>
                <a:ext cx="113400" cy="118440"/>
              </p14:xfrm>
            </p:contentPart>
          </mc:Choice>
          <mc:Fallback xmlns="">
            <p:pic>
              <p:nvPicPr>
                <p:cNvPr id="44" name="Рукописный ввод 43">
                  <a:extLst>
                    <a:ext uri="{FF2B5EF4-FFF2-40B4-BE49-F238E27FC236}">
                      <a16:creationId xmlns:a16="http://schemas.microsoft.com/office/drawing/2014/main" id="{642B0C9E-D473-DDDE-8B3B-A756ACE7570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38040" y="6039760"/>
                  <a:ext cx="1310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45" name="Рукописный ввод 44">
                  <a:extLst>
                    <a:ext uri="{FF2B5EF4-FFF2-40B4-BE49-F238E27FC236}">
                      <a16:creationId xmlns:a16="http://schemas.microsoft.com/office/drawing/2014/main" id="{69B2ABA8-D15A-CAC4-7DCD-6E163AA4A328}"/>
                    </a:ext>
                  </a:extLst>
                </p14:cNvPr>
                <p14:cNvContentPartPr/>
                <p14:nvPr/>
              </p14:nvContentPartPr>
              <p14:xfrm>
                <a:off x="9631080" y="5396080"/>
                <a:ext cx="258120" cy="1161000"/>
              </p14:xfrm>
            </p:contentPart>
          </mc:Choice>
          <mc:Fallback xmlns="">
            <p:pic>
              <p:nvPicPr>
                <p:cNvPr id="45" name="Рукописный ввод 44">
                  <a:extLst>
                    <a:ext uri="{FF2B5EF4-FFF2-40B4-BE49-F238E27FC236}">
                      <a16:creationId xmlns:a16="http://schemas.microsoft.com/office/drawing/2014/main" id="{69B2ABA8-D15A-CAC4-7DCD-6E163AA4A32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622067" y="5387080"/>
                  <a:ext cx="275785" cy="11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">
              <p14:nvContentPartPr>
                <p14:cNvPr id="46" name="Рукописный ввод 45">
                  <a:extLst>
                    <a:ext uri="{FF2B5EF4-FFF2-40B4-BE49-F238E27FC236}">
                      <a16:creationId xmlns:a16="http://schemas.microsoft.com/office/drawing/2014/main" id="{47EF0C12-D2A2-8DC3-E5DD-303D2BA747A2}"/>
                    </a:ext>
                  </a:extLst>
                </p14:cNvPr>
                <p14:cNvContentPartPr/>
                <p14:nvPr/>
              </p14:nvContentPartPr>
              <p14:xfrm>
                <a:off x="9662400" y="5845360"/>
                <a:ext cx="468720" cy="240480"/>
              </p14:xfrm>
            </p:contentPart>
          </mc:Choice>
          <mc:Fallback xmlns="">
            <p:pic>
              <p:nvPicPr>
                <p:cNvPr id="46" name="Рукописный ввод 45">
                  <a:extLst>
                    <a:ext uri="{FF2B5EF4-FFF2-40B4-BE49-F238E27FC236}">
                      <a16:creationId xmlns:a16="http://schemas.microsoft.com/office/drawing/2014/main" id="{47EF0C12-D2A2-8DC3-E5DD-303D2BA747A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53400" y="5836360"/>
                  <a:ext cx="486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">
              <p14:nvContentPartPr>
                <p14:cNvPr id="47" name="Рукописный ввод 46">
                  <a:extLst>
                    <a:ext uri="{FF2B5EF4-FFF2-40B4-BE49-F238E27FC236}">
                      <a16:creationId xmlns:a16="http://schemas.microsoft.com/office/drawing/2014/main" id="{FE7E24CE-82A3-BBD1-F489-9482C34CF72F}"/>
                    </a:ext>
                  </a:extLst>
                </p14:cNvPr>
                <p14:cNvContentPartPr/>
                <p14:nvPr/>
              </p14:nvContentPartPr>
              <p14:xfrm>
                <a:off x="9611280" y="6377080"/>
                <a:ext cx="491400" cy="278280"/>
              </p14:xfrm>
            </p:contentPart>
          </mc:Choice>
          <mc:Fallback xmlns="">
            <p:pic>
              <p:nvPicPr>
                <p:cNvPr id="47" name="Рукописный ввод 46">
                  <a:extLst>
                    <a:ext uri="{FF2B5EF4-FFF2-40B4-BE49-F238E27FC236}">
                      <a16:creationId xmlns:a16="http://schemas.microsoft.com/office/drawing/2014/main" id="{FE7E24CE-82A3-BBD1-F489-9482C34CF72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02280" y="6368080"/>
                  <a:ext cx="5090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3">
              <p14:nvContentPartPr>
                <p14:cNvPr id="48" name="Рукописный ввод 47">
                  <a:extLst>
                    <a:ext uri="{FF2B5EF4-FFF2-40B4-BE49-F238E27FC236}">
                      <a16:creationId xmlns:a16="http://schemas.microsoft.com/office/drawing/2014/main" id="{9044D4FF-1AE7-82C6-16AD-16DFCB6DFA25}"/>
                    </a:ext>
                  </a:extLst>
                </p14:cNvPr>
                <p14:cNvContentPartPr/>
                <p14:nvPr/>
              </p14:nvContentPartPr>
              <p14:xfrm>
                <a:off x="10585080" y="5140840"/>
                <a:ext cx="234360" cy="1270080"/>
              </p14:xfrm>
            </p:contentPart>
          </mc:Choice>
          <mc:Fallback xmlns="">
            <p:pic>
              <p:nvPicPr>
                <p:cNvPr id="48" name="Рукописный ввод 47">
                  <a:extLst>
                    <a:ext uri="{FF2B5EF4-FFF2-40B4-BE49-F238E27FC236}">
                      <a16:creationId xmlns:a16="http://schemas.microsoft.com/office/drawing/2014/main" id="{9044D4FF-1AE7-82C6-16AD-16DFCB6DFA2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576080" y="5131840"/>
                  <a:ext cx="252000" cy="12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5">
              <p14:nvContentPartPr>
                <p14:cNvPr id="49" name="Рукописный ввод 48">
                  <a:extLst>
                    <a:ext uri="{FF2B5EF4-FFF2-40B4-BE49-F238E27FC236}">
                      <a16:creationId xmlns:a16="http://schemas.microsoft.com/office/drawing/2014/main" id="{FEF4DFB2-988C-26BA-3472-622F8870B434}"/>
                    </a:ext>
                  </a:extLst>
                </p14:cNvPr>
                <p14:cNvContentPartPr/>
                <p14:nvPr/>
              </p14:nvContentPartPr>
              <p14:xfrm>
                <a:off x="10454760" y="4434880"/>
                <a:ext cx="1237320" cy="1143000"/>
              </p14:xfrm>
            </p:contentPart>
          </mc:Choice>
          <mc:Fallback xmlns="">
            <p:pic>
              <p:nvPicPr>
                <p:cNvPr id="49" name="Рукописный ввод 48">
                  <a:extLst>
                    <a:ext uri="{FF2B5EF4-FFF2-40B4-BE49-F238E27FC236}">
                      <a16:creationId xmlns:a16="http://schemas.microsoft.com/office/drawing/2014/main" id="{FEF4DFB2-988C-26BA-3472-622F8870B43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445760" y="4425880"/>
                  <a:ext cx="1254960" cy="11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2AB143-831B-DD19-88E5-02DF2AAB763D}"/>
                  </a:ext>
                </a:extLst>
              </p:cNvPr>
              <p:cNvSpPr txBox="1"/>
              <p:nvPr/>
            </p:nvSpPr>
            <p:spPr>
              <a:xfrm>
                <a:off x="-1" y="2106129"/>
                <a:ext cx="12192001" cy="24314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3+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9+6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+(9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endParaRPr lang="ru-RU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2AB143-831B-DD19-88E5-02DF2AAB7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106129"/>
                <a:ext cx="12192001" cy="2431435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834687-5051-382C-6D3A-5F496172E41F}"/>
                  </a:ext>
                </a:extLst>
              </p:cNvPr>
              <p:cNvSpPr txBox="1"/>
              <p:nvPr/>
            </p:nvSpPr>
            <p:spPr>
              <a:xfrm rot="2092720">
                <a:off x="9108600" y="-323597"/>
                <a:ext cx="195765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3200" i="1" smtClean="0">
                        <a:latin typeface="Cambria Math" panose="02040503050406030204" pitchFamily="18" charset="0"/>
                      </a:rPr>
                      <m:t>г</m:t>
                    </m:r>
                    <m:r>
                      <a:rPr lang="ru-RU" sz="3200" b="0" i="1" smtClean="0">
                        <a:latin typeface="Cambria Math" panose="02040503050406030204" pitchFamily="18" charset="0"/>
                      </a:rPr>
                      <m:t>де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3200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E834687-5051-382C-6D3A-5F496172E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2720">
                <a:off x="9108600" y="-323597"/>
                <a:ext cx="1957652" cy="49244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2B58F6EA-106C-7236-CF81-C907B6F7633C}"/>
              </a:ext>
            </a:extLst>
          </p:cNvPr>
          <p:cNvSpPr txBox="1"/>
          <p:nvPr/>
        </p:nvSpPr>
        <p:spPr>
          <a:xfrm rot="19770946">
            <a:off x="-3951059" y="-597556"/>
            <a:ext cx="8305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Число = (значение) + (производная)·ε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91A734-F0F1-6019-89DD-CD608B2D2115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91A734-F0F1-6019-89DD-CD608B2D2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3226FB-233C-4D1A-7C1A-B06941875455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3226FB-233C-4D1A-7C1A-B06941875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F482F6C-A01E-4461-A0A6-9082ACE69F54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B4B0D70-5A07-C742-A161-A3E38707EF86}"/>
              </a:ext>
            </a:extLst>
          </p:cNvPr>
          <p:cNvSpPr/>
          <p:nvPr/>
        </p:nvSpPr>
        <p:spPr>
          <a:xfrm>
            <a:off x="-10406922" y="-1277159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2EC7895-7CCF-B843-EAB5-98BE32A78F9B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AAC9240-ADE2-4F7C-774F-5B9C1B81B9F7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12453D4-947E-3691-2644-012176BCE213}"/>
              </a:ext>
            </a:extLst>
          </p:cNvPr>
          <p:cNvSpPr txBox="1">
            <a:spLocks/>
          </p:cNvSpPr>
          <p:nvPr/>
        </p:nvSpPr>
        <p:spPr>
          <a:xfrm rot="10800000">
            <a:off x="-7384873" y="-80473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2A727114-F891-843B-C9B5-3A02B602C3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52830" y="20353"/>
                <a:ext cx="7383417" cy="79785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ru-RU" sz="3600" b="1" dirty="0">
                    <a:solidFill>
                      <a:schemeClr val="bg1"/>
                    </a:solidFill>
                  </a:rPr>
                  <a:t>Зачем нужен </a:t>
                </a:r>
                <a14:m>
                  <m:oMath xmlns:m="http://schemas.openxmlformats.org/officeDocument/2006/math">
                    <m:r>
                      <a:rPr lang="ru-RU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n-US" sz="3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ru-RU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Заголовок 1">
                <a:extLst>
                  <a:ext uri="{FF2B5EF4-FFF2-40B4-BE49-F238E27FC236}">
                    <a16:creationId xmlns:a16="http://schemas.microsoft.com/office/drawing/2014/main" id="{2A727114-F891-843B-C9B5-3A02B602C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52830" y="20353"/>
                <a:ext cx="7383417" cy="797859"/>
              </a:xfrm>
              <a:prstGeom prst="rect">
                <a:avLst/>
              </a:prstGeom>
              <a:blipFill>
                <a:blip r:embed="rId41"/>
                <a:stretch>
                  <a:fillRect l="-2477" b="-290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1DD618-702B-46F0-2338-03692819A14C}"/>
                  </a:ext>
                </a:extLst>
              </p:cNvPr>
              <p:cNvSpPr txBox="1"/>
              <p:nvPr/>
            </p:nvSpPr>
            <p:spPr>
              <a:xfrm rot="841644">
                <a:off x="2116446" y="8107532"/>
                <a:ext cx="7959090" cy="1077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num>
                        <m:den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ru-RU" sz="3200" i="0"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p>
                              <m:r>
                                <a:rPr lang="ru-RU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ru-RU" sz="3200" i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1DD618-702B-46F0-2338-03692819A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841644">
                <a:off x="2116446" y="8107532"/>
                <a:ext cx="7959090" cy="1077283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016C48C-55A1-668C-E8E7-7FCDF46D2C88}"/>
              </a:ext>
            </a:extLst>
          </p:cNvPr>
          <p:cNvSpPr txBox="1"/>
          <p:nvPr/>
        </p:nvSpPr>
        <p:spPr>
          <a:xfrm rot="19871247">
            <a:off x="-3472220" y="841505"/>
            <a:ext cx="2803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Ряд Тейлора: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592DA1-62E2-55DC-29B5-DBCFF9F27F0E}"/>
                  </a:ext>
                </a:extLst>
              </p:cNvPr>
              <p:cNvSpPr txBox="1"/>
              <p:nvPr/>
            </p:nvSpPr>
            <p:spPr>
              <a:xfrm rot="2758594">
                <a:off x="3420422" y="9448091"/>
                <a:ext cx="535114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3200" i="0"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3200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592DA1-62E2-55DC-29B5-DBCFF9F27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758594">
                <a:off x="3420422" y="9448091"/>
                <a:ext cx="5351145" cy="584775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21DFF3-4E9F-AF34-3F13-6EACEDD7F317}"/>
                  </a:ext>
                </a:extLst>
              </p:cNvPr>
              <p:cNvSpPr txBox="1"/>
              <p:nvPr/>
            </p:nvSpPr>
            <p:spPr>
              <a:xfrm rot="7879109">
                <a:off x="5487758" y="8138343"/>
                <a:ext cx="1216469" cy="10156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ru-RU" sz="6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21DFF3-4E9F-AF34-3F13-6EACEDD7F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7879109">
                <a:off x="5487758" y="8138343"/>
                <a:ext cx="1216469" cy="1015663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A19CEA-9DBA-546A-74BF-5D34191D5224}"/>
                  </a:ext>
                </a:extLst>
              </p:cNvPr>
              <p:cNvSpPr txBox="1"/>
              <p:nvPr/>
            </p:nvSpPr>
            <p:spPr>
              <a:xfrm rot="20116768">
                <a:off x="5103028" y="8775219"/>
                <a:ext cx="198592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,…=0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7A19CEA-9DBA-546A-74BF-5D34191D5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16768">
                <a:off x="5103028" y="8775219"/>
                <a:ext cx="1985928" cy="430887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A76510-ABB9-EBE5-B2BB-F30C5A645236}"/>
                  </a:ext>
                </a:extLst>
              </p:cNvPr>
              <p:cNvSpPr txBox="1"/>
              <p:nvPr/>
            </p:nvSpPr>
            <p:spPr>
              <a:xfrm rot="16200000">
                <a:off x="4127258" y="3638825"/>
                <a:ext cx="492443" cy="1007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A76510-ABB9-EBE5-B2BB-F30C5A645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127258" y="3638825"/>
                <a:ext cx="492443" cy="1007263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5CAB3E-E5AB-2993-0C8A-52483F63B318}"/>
                  </a:ext>
                </a:extLst>
              </p:cNvPr>
              <p:cNvSpPr txBox="1"/>
              <p:nvPr/>
            </p:nvSpPr>
            <p:spPr>
              <a:xfrm rot="16200000">
                <a:off x="6872549" y="3343559"/>
                <a:ext cx="431015" cy="15987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4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5CAB3E-E5AB-2993-0C8A-52483F63B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72549" y="3343559"/>
                <a:ext cx="431015" cy="1598771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FDB8544B-5DAA-4223-592C-7CF0192D1B2D}"/>
              </a:ext>
            </a:extLst>
          </p:cNvPr>
          <p:cNvSpPr txBox="1">
            <a:spLocks/>
          </p:cNvSpPr>
          <p:nvPr/>
        </p:nvSpPr>
        <p:spPr>
          <a:xfrm>
            <a:off x="145143" y="20353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62B42939-3403-1AF7-C172-8BF958E56A8B}"/>
              </a:ext>
            </a:extLst>
          </p:cNvPr>
          <p:cNvSpPr txBox="1">
            <a:spLocks/>
          </p:cNvSpPr>
          <p:nvPr/>
        </p:nvSpPr>
        <p:spPr>
          <a:xfrm>
            <a:off x="11654449" y="-795000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</a:rPr>
              <a:t>Реализация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233567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3D69-5FFB-C78F-C0D2-6BA371A4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1208 (1)(7)">
            <a:hlinkClick r:id="" action="ppaction://media"/>
            <a:extLst>
              <a:ext uri="{FF2B5EF4-FFF2-40B4-BE49-F238E27FC236}">
                <a16:creationId xmlns:a16="http://schemas.microsoft.com/office/drawing/2014/main" id="{7D6A6FC9-7EA2-8C79-1CC2-2C069D07F0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95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8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D645-2E39-A975-8DC6-EA626FE5C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1BB86C9-4C0B-5BCB-C020-CD444A53B3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CE77E6-854A-2165-B9CE-1AD3E5A75546}"/>
              </a:ext>
            </a:extLst>
          </p:cNvPr>
          <p:cNvSpPr txBox="1"/>
          <p:nvPr/>
        </p:nvSpPr>
        <p:spPr>
          <a:xfrm>
            <a:off x="0" y="908712"/>
            <a:ext cx="865162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Значение функции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f(x)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Значение производной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f'(x)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Конструктор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derivative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8747C2C-F93E-D1B4-02B5-AA0F2AA01961}"/>
              </a:ext>
            </a:extLst>
          </p:cNvPr>
          <p:cNvSpPr/>
          <p:nvPr/>
        </p:nvSpPr>
        <p:spPr>
          <a:xfrm>
            <a:off x="-10406922" y="-2"/>
            <a:ext cx="26316742" cy="83857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BEA74B3-7997-5B89-7691-CBD467D2C3EA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A68153A-94B9-69E9-DE3C-3608E8B84171}"/>
              </a:ext>
            </a:extLst>
          </p:cNvPr>
          <p:cNvSpPr txBox="1">
            <a:spLocks/>
          </p:cNvSpPr>
          <p:nvPr/>
        </p:nvSpPr>
        <p:spPr>
          <a:xfrm>
            <a:off x="-1152245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Реализация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99627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 dir="ou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D7C0C-C9F7-A0CB-2070-CCE2003D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1CACCF5-D48F-5AED-24E3-274748A6F2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CB866D7-95AA-F25B-DCB2-826BB67CBF24}"/>
              </a:ext>
            </a:extLst>
          </p:cNvPr>
          <p:cNvSpPr/>
          <p:nvPr/>
        </p:nvSpPr>
        <p:spPr>
          <a:xfrm>
            <a:off x="-10406922" y="-2"/>
            <a:ext cx="26316742" cy="83857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B4A1DDB-62E0-E09F-685B-0BC7405AB711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837AEA5-C427-FC7D-5682-02B66821CD41}"/>
              </a:ext>
            </a:extLst>
          </p:cNvPr>
          <p:cNvSpPr txBox="1">
            <a:spLocks/>
          </p:cNvSpPr>
          <p:nvPr/>
        </p:nvSpPr>
        <p:spPr>
          <a:xfrm>
            <a:off x="-1152245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Реализация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41D4B-5E11-5114-C0B3-B55A3D0D1BF9}"/>
              </a:ext>
            </a:extLst>
          </p:cNvPr>
          <p:cNvSpPr txBox="1"/>
          <p:nvPr/>
        </p:nvSpPr>
        <p:spPr>
          <a:xfrm>
            <a:off x="152400" y="991274"/>
            <a:ext cx="14069960" cy="621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operator+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operator/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909EA96-8BA3-4D23-85D2-0F1BC4291E96}"/>
              </a:ext>
            </a:extLst>
          </p:cNvPr>
          <p:cNvSpPr txBox="1">
            <a:spLocks/>
          </p:cNvSpPr>
          <p:nvPr/>
        </p:nvSpPr>
        <p:spPr>
          <a:xfrm>
            <a:off x="-2024876" y="-1128008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Тесты</a:t>
            </a:r>
          </a:p>
        </p:txBody>
      </p:sp>
    </p:spTree>
    <p:extLst>
      <p:ext uri="{BB962C8B-B14F-4D97-AF65-F5344CB8AC3E}">
        <p14:creationId xmlns:p14="http://schemas.microsoft.com/office/powerpoint/2010/main" val="408531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3D4F-34D3-A268-0233-334E7C640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DB60AF2-D372-A4B1-3A4C-FA0CEC98FF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FAB1E7-5D99-DFB5-2B03-26BD4D69393B}"/>
              </a:ext>
            </a:extLst>
          </p:cNvPr>
          <p:cNvSpPr/>
          <p:nvPr/>
        </p:nvSpPr>
        <p:spPr>
          <a:xfrm>
            <a:off x="-10406922" y="-2"/>
            <a:ext cx="26316742" cy="83857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1BB96DB-66D0-9E92-EA9D-56464DE2F063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Автоматическое дифференцирование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DFA33464-E032-8D91-CDCB-EB40F1EB35AC}"/>
              </a:ext>
            </a:extLst>
          </p:cNvPr>
          <p:cNvSpPr txBox="1">
            <a:spLocks/>
          </p:cNvSpPr>
          <p:nvPr/>
        </p:nvSpPr>
        <p:spPr>
          <a:xfrm>
            <a:off x="-1152245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Реализация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F83A1-D4EC-410F-8024-D670DC42264F}"/>
              </a:ext>
            </a:extLst>
          </p:cNvPr>
          <p:cNvSpPr txBox="1"/>
          <p:nvPr/>
        </p:nvSpPr>
        <p:spPr>
          <a:xfrm>
            <a:off x="114693" y="1500322"/>
            <a:ext cx="140699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"f(x) =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f`(x) =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derivative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setlocale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LC_ALL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"Russian"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Введите значения для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x: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DualNumber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Тест 1.  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f(x) = e^{-x} * sin(x)"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print_dn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	…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03C0435-ABD0-D10F-FCA7-F95D42314803}"/>
              </a:ext>
            </a:extLst>
          </p:cNvPr>
          <p:cNvSpPr txBox="1">
            <a:spLocks/>
          </p:cNvSpPr>
          <p:nvPr/>
        </p:nvSpPr>
        <p:spPr>
          <a:xfrm>
            <a:off x="-2024876" y="-1128008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Тесты</a:t>
            </a:r>
          </a:p>
        </p:txBody>
      </p:sp>
    </p:spTree>
    <p:extLst>
      <p:ext uri="{BB962C8B-B14F-4D97-AF65-F5344CB8AC3E}">
        <p14:creationId xmlns:p14="http://schemas.microsoft.com/office/powerpoint/2010/main" val="3770434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38EDE-71BD-C286-0FCB-39A81B78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8B8D301-40A6-A48D-48DD-EF75DDFA6F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BA9CB06-03C6-0517-2B95-CC4C3BF20E73}"/>
              </a:ext>
            </a:extLst>
          </p:cNvPr>
          <p:cNvSpPr/>
          <p:nvPr/>
        </p:nvSpPr>
        <p:spPr>
          <a:xfrm>
            <a:off x="-10406922" y="-2"/>
            <a:ext cx="26316742" cy="83857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610C8A3-A35E-808F-C7BC-A768085B2ABA}"/>
              </a:ext>
            </a:extLst>
          </p:cNvPr>
          <p:cNvSpPr txBox="1">
            <a:spLocks/>
          </p:cNvSpPr>
          <p:nvPr/>
        </p:nvSpPr>
        <p:spPr>
          <a:xfrm>
            <a:off x="-12043234" y="-2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Автоматическое дифференцирование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42623F62-C6CA-0D58-7866-1AD2D2A31F05}"/>
              </a:ext>
            </a:extLst>
          </p:cNvPr>
          <p:cNvSpPr txBox="1">
            <a:spLocks/>
          </p:cNvSpPr>
          <p:nvPr/>
        </p:nvSpPr>
        <p:spPr>
          <a:xfrm>
            <a:off x="-5949055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Реализация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0C620-FA18-009C-5ACC-FEE2DD29D54B}"/>
              </a:ext>
            </a:extLst>
          </p:cNvPr>
          <p:cNvSpPr txBox="1">
            <a:spLocks/>
          </p:cNvSpPr>
          <p:nvPr/>
        </p:nvSpPr>
        <p:spPr>
          <a:xfrm>
            <a:off x="-2034708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Тесты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77DB2D-A99B-7BE8-C54D-907144199B35}"/>
                  </a:ext>
                </a:extLst>
              </p:cNvPr>
              <p:cNvSpPr txBox="1"/>
              <p:nvPr/>
            </p:nvSpPr>
            <p:spPr>
              <a:xfrm>
                <a:off x="337679" y="1730232"/>
                <a:ext cx="413991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1.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sin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⁡(</m:t>
                    </m:r>
                    <m:func>
                      <m:func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sz="2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0" lang="en-US" sz="28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</m:func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ru-R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77DB2D-A99B-7BE8-C54D-907144199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79" y="1730232"/>
                <a:ext cx="4139916" cy="523220"/>
              </a:xfrm>
              <a:prstGeom prst="rect">
                <a:avLst/>
              </a:prstGeom>
              <a:blipFill>
                <a:blip r:embed="rId2"/>
                <a:stretch>
                  <a:fillRect l="-2941" t="-11628" b="-325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16A2D7-2517-F9A0-D84C-9C28B2B8E36C}"/>
                  </a:ext>
                </a:extLst>
              </p:cNvPr>
              <p:cNvSpPr txBox="1"/>
              <p:nvPr/>
            </p:nvSpPr>
            <p:spPr>
              <a:xfrm>
                <a:off x="342053" y="1057862"/>
                <a:ext cx="14066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=1,5</m:t>
                      </m:r>
                    </m:oMath>
                  </m:oMathPara>
                </a14:m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16A2D7-2517-F9A0-D84C-9C28B2B8E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53" y="1057862"/>
                <a:ext cx="140660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CBC9F97-844B-95EB-20CD-5AE156626A7A}"/>
              </a:ext>
            </a:extLst>
          </p:cNvPr>
          <p:cNvSpPr txBox="1"/>
          <p:nvPr/>
        </p:nvSpPr>
        <p:spPr>
          <a:xfrm>
            <a:off x="332490" y="2683036"/>
            <a:ext cx="6720349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E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print_dn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5DC45-DE60-7243-377E-33EF1F79EDAC}"/>
              </a:ext>
            </a:extLst>
          </p:cNvPr>
          <p:cNvSpPr txBox="1"/>
          <p:nvPr/>
        </p:nvSpPr>
        <p:spPr>
          <a:xfrm>
            <a:off x="332490" y="2225444"/>
            <a:ext cx="75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Код: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BE6293-92D3-3C66-DE8B-8D2A30806DCE}"/>
              </a:ext>
            </a:extLst>
          </p:cNvPr>
          <p:cNvSpPr txBox="1"/>
          <p:nvPr/>
        </p:nvSpPr>
        <p:spPr>
          <a:xfrm>
            <a:off x="332490" y="3027118"/>
            <a:ext cx="41451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prstClr val="white"/>
                </a:solidFill>
              </a:rPr>
              <a:t>f(x) = 0.5162, f`(x) = -0.0508976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059FA6-0E30-5936-66C1-42231F25CBBE}"/>
                  </a:ext>
                </a:extLst>
              </p:cNvPr>
              <p:cNvSpPr txBox="1"/>
              <p:nvPr/>
            </p:nvSpPr>
            <p:spPr>
              <a:xfrm>
                <a:off x="292390" y="3532919"/>
                <a:ext cx="6001730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Аналитика: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sz="2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func>
                            <m:func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kumimoji="0" 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cos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⁡(</m:t>
                      </m:r>
                      <m:func>
                        <m:func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))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059FA6-0E30-5936-66C1-42231F25C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90" y="3532919"/>
                <a:ext cx="6001730" cy="892552"/>
              </a:xfrm>
              <a:prstGeom prst="rect">
                <a:avLst/>
              </a:prstGeom>
              <a:blipFill>
                <a:blip r:embed="rId4"/>
                <a:stretch>
                  <a:fillRect l="-2132" t="-6849" b="-89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DD8970-8BB4-C28D-50CF-627E16303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630" y="5006850"/>
            <a:ext cx="5718262" cy="11200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CFAB06-98BF-A86E-DE57-9A9DAB9E8150}"/>
                  </a:ext>
                </a:extLst>
              </p:cNvPr>
              <p:cNvSpPr txBox="1"/>
              <p:nvPr/>
            </p:nvSpPr>
            <p:spPr>
              <a:xfrm>
                <a:off x="6264839" y="1730658"/>
                <a:ext cx="3696589" cy="5522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sz="2800" dirty="0">
                    <a:solidFill>
                      <a:prstClr val="white"/>
                    </a:solidFill>
                    <a:latin typeface="Calibri" panose="020F0502020204030204"/>
                  </a:rPr>
                  <a:t>2</a:t>
                </a:r>
                <a:r>
                  <a:rPr kumimoji="0" lang="ru-R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0" lang="en-US" sz="28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  <m:sup>
                        <m:func>
                          <m:func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sz="2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sup>
                    </m:sSup>
                  </m:oMath>
                </a14:m>
                <a:endParaRPr kumimoji="0" lang="ru-R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2CFAB06-98BF-A86E-DE57-9A9DAB9E8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839" y="1730658"/>
                <a:ext cx="3696589" cy="552267"/>
              </a:xfrm>
              <a:prstGeom prst="rect">
                <a:avLst/>
              </a:prstGeom>
              <a:blipFill>
                <a:blip r:embed="rId6"/>
                <a:stretch>
                  <a:fillRect l="-3465" t="-5556" b="-3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0D72667-AD62-931B-A8BA-0A6D5F406A56}"/>
              </a:ext>
            </a:extLst>
          </p:cNvPr>
          <p:cNvSpPr txBox="1"/>
          <p:nvPr/>
        </p:nvSpPr>
        <p:spPr>
          <a:xfrm>
            <a:off x="6289952" y="2223408"/>
            <a:ext cx="753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Код: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92E298-CA90-ED1E-5442-6E2835AA5570}"/>
              </a:ext>
            </a:extLst>
          </p:cNvPr>
          <p:cNvSpPr txBox="1"/>
          <p:nvPr/>
        </p:nvSpPr>
        <p:spPr>
          <a:xfrm>
            <a:off x="6262245" y="2686517"/>
            <a:ext cx="6720349" cy="29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E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print_dn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s-E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s-E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)));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25322B-9F26-BC44-F742-AF456CBEE781}"/>
              </a:ext>
            </a:extLst>
          </p:cNvPr>
          <p:cNvSpPr txBox="1"/>
          <p:nvPr/>
        </p:nvSpPr>
        <p:spPr>
          <a:xfrm>
            <a:off x="6289952" y="2998158"/>
            <a:ext cx="4824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prstClr val="white"/>
                </a:solidFill>
              </a:rPr>
              <a:t>f(x) = 0.999823, f`(x) = 0.00751686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615B39-7E3E-BC5A-BBCD-D22CF8639D2C}"/>
                  </a:ext>
                </a:extLst>
              </p:cNvPr>
              <p:cNvSpPr txBox="1"/>
              <p:nvPr/>
            </p:nvSpPr>
            <p:spPr>
              <a:xfrm>
                <a:off x="6199786" y="3494492"/>
                <a:ext cx="8026921" cy="917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Аналитика: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sin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0" lang="en-US" sz="24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func>
                            <m:func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cot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615B39-7E3E-BC5A-BBCD-D22CF8639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86" y="3494492"/>
                <a:ext cx="8026921" cy="917559"/>
              </a:xfrm>
              <a:prstGeom prst="rect">
                <a:avLst/>
              </a:prstGeom>
              <a:blipFill>
                <a:blip r:embed="rId7"/>
                <a:stretch>
                  <a:fillRect l="-1519" t="-59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912FB0-4C6E-1B60-52AE-5CBDC505ADA2}"/>
                  </a:ext>
                </a:extLst>
              </p:cNvPr>
              <p:cNvSpPr txBox="1"/>
              <p:nvPr/>
            </p:nvSpPr>
            <p:spPr>
              <a:xfrm>
                <a:off x="6096000" y="4463898"/>
                <a:ext cx="80269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fName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func>
                            <m:func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0" lang="en-US" sz="2400" b="0" i="0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kumimoji="0" lang="en-US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0" lang="en-US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white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912FB0-4C6E-1B60-52AE-5CBDC505A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463898"/>
                <a:ext cx="8026921" cy="461665"/>
              </a:xfrm>
              <a:prstGeom prst="rect">
                <a:avLst/>
              </a:prstGeom>
              <a:blipFill>
                <a:blip r:embed="rId8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Рисунок 34" descr="Изображение выглядит как текст, снимок экрана, Шрифт, дизайн">
            <a:extLst>
              <a:ext uri="{FF2B5EF4-FFF2-40B4-BE49-F238E27FC236}">
                <a16:creationId xmlns:a16="http://schemas.microsoft.com/office/drawing/2014/main" id="{413787C8-D0C1-B59D-35AD-00BA2FCECF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4165" y="5033388"/>
            <a:ext cx="5052847" cy="160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60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8956A-CFEC-D7D1-BF80-F38CDBD9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6168AC6-6505-06EA-9EAC-65771724F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D7EA43A8-C6BA-6B77-F398-BA749273B779}"/>
              </a:ext>
            </a:extLst>
          </p:cNvPr>
          <p:cNvSpPr txBox="1">
            <a:spLocks/>
          </p:cNvSpPr>
          <p:nvPr/>
        </p:nvSpPr>
        <p:spPr>
          <a:xfrm>
            <a:off x="-5949055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Реализация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4966C-1F9A-0376-95F3-218AD792045E}"/>
              </a:ext>
            </a:extLst>
          </p:cNvPr>
          <p:cNvSpPr txBox="1"/>
          <p:nvPr/>
        </p:nvSpPr>
        <p:spPr>
          <a:xfrm>
            <a:off x="153520" y="908712"/>
            <a:ext cx="1407318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Введите значения для x: 1.5 1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1.  f(x) = e^{-x} *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(x)</a:t>
            </a:r>
          </a:p>
          <a:p>
            <a:r>
              <a:rPr lang="ru-RU" dirty="0">
                <a:solidFill>
                  <a:schemeClr val="bg1"/>
                </a:solidFill>
              </a:rPr>
              <a:t>f(x) = 0.222571, f`(x) = -0.206788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2.  f(x) = </a:t>
            </a:r>
            <a:r>
              <a:rPr lang="ru-RU" dirty="0" err="1">
                <a:solidFill>
                  <a:schemeClr val="bg1"/>
                </a:solidFill>
              </a:rPr>
              <a:t>e^x</a:t>
            </a:r>
            <a:r>
              <a:rPr lang="ru-RU" dirty="0">
                <a:solidFill>
                  <a:schemeClr val="bg1"/>
                </a:solidFill>
              </a:rPr>
              <a:t> / (x^2 + 1)</a:t>
            </a:r>
          </a:p>
          <a:p>
            <a:r>
              <a:rPr lang="ru-RU" dirty="0">
                <a:solidFill>
                  <a:schemeClr val="bg1"/>
                </a:solidFill>
              </a:rPr>
              <a:t>f(x) = 1.37898, f`(x) = 0.106075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3.   f(x) = 1 / 1 + e^{-x}</a:t>
            </a:r>
          </a:p>
          <a:p>
            <a:r>
              <a:rPr lang="ru-RU" dirty="0">
                <a:solidFill>
                  <a:schemeClr val="bg1"/>
                </a:solidFill>
              </a:rPr>
              <a:t>f(x) = 0.817574, f`(x) = 0.149146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4.   f(x) = (</a:t>
            </a:r>
            <a:r>
              <a:rPr lang="ru-RU" dirty="0" err="1">
                <a:solidFill>
                  <a:schemeClr val="bg1"/>
                </a:solidFill>
              </a:rPr>
              <a:t>e^x</a:t>
            </a:r>
            <a:r>
              <a:rPr lang="ru-RU" dirty="0">
                <a:solidFill>
                  <a:schemeClr val="bg1"/>
                </a:solidFill>
              </a:rPr>
              <a:t> - e^{-x}) / (</a:t>
            </a:r>
            <a:r>
              <a:rPr lang="ru-RU" dirty="0" err="1">
                <a:solidFill>
                  <a:schemeClr val="bg1"/>
                </a:solidFill>
              </a:rPr>
              <a:t>e^x</a:t>
            </a:r>
            <a:r>
              <a:rPr lang="ru-RU" dirty="0">
                <a:solidFill>
                  <a:schemeClr val="bg1"/>
                </a:solidFill>
              </a:rPr>
              <a:t> + e^{-x})</a:t>
            </a:r>
          </a:p>
          <a:p>
            <a:r>
              <a:rPr lang="ru-RU" dirty="0">
                <a:solidFill>
                  <a:schemeClr val="bg1"/>
                </a:solidFill>
              </a:rPr>
              <a:t>f(x) = 0.905148, f`(x) = 0.180707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5.   f(x) =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 x / x</a:t>
            </a:r>
          </a:p>
          <a:p>
            <a:r>
              <a:rPr lang="ru-RU" dirty="0">
                <a:solidFill>
                  <a:schemeClr val="bg1"/>
                </a:solidFill>
              </a:rPr>
              <a:t>f(x) = 0.664997, f`(x) = -0.396173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6.   f(x) = e^{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(x^2)}</a:t>
            </a:r>
          </a:p>
          <a:p>
            <a:r>
              <a:rPr lang="ru-RU" dirty="0">
                <a:solidFill>
                  <a:schemeClr val="bg1"/>
                </a:solidFill>
              </a:rPr>
              <a:t>f(x) = 2.17727, f`(x) = -4.10312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FEED3C-1333-BE28-92E4-E3970F890486}"/>
              </a:ext>
            </a:extLst>
          </p:cNvPr>
          <p:cNvSpPr txBox="1"/>
          <p:nvPr/>
        </p:nvSpPr>
        <p:spPr>
          <a:xfrm>
            <a:off x="4150151" y="1057862"/>
            <a:ext cx="414543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Тест 7.   f(x) =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{1 + x*</a:t>
            </a:r>
            <a:r>
              <a:rPr lang="ru-RU" dirty="0" err="1">
                <a:solidFill>
                  <a:schemeClr val="bg1"/>
                </a:solidFill>
              </a:rPr>
              <a:t>ln</a:t>
            </a:r>
            <a:r>
              <a:rPr lang="ru-RU" dirty="0">
                <a:solidFill>
                  <a:schemeClr val="bg1"/>
                </a:solidFill>
              </a:rPr>
              <a:t>(x)}</a:t>
            </a:r>
          </a:p>
          <a:p>
            <a:r>
              <a:rPr lang="ru-RU" dirty="0">
                <a:solidFill>
                  <a:schemeClr val="bg1"/>
                </a:solidFill>
              </a:rPr>
              <a:t>f(x) = 1.26815, f`(x) = 0.554141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8.   f(x) =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cos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 x))</a:t>
            </a:r>
          </a:p>
          <a:p>
            <a:r>
              <a:rPr lang="ru-RU" dirty="0">
                <a:solidFill>
                  <a:schemeClr val="bg1"/>
                </a:solidFill>
              </a:rPr>
              <a:t>f(x) = 0.5162, f`(x) = -0.0508976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9.   f(x) = </a:t>
            </a:r>
            <a:r>
              <a:rPr lang="ru-RU" dirty="0" err="1">
                <a:solidFill>
                  <a:schemeClr val="bg1"/>
                </a:solidFill>
              </a:rPr>
              <a:t>ln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cos</a:t>
            </a:r>
            <a:r>
              <a:rPr lang="ru-RU" dirty="0">
                <a:solidFill>
                  <a:schemeClr val="bg1"/>
                </a:solidFill>
              </a:rPr>
              <a:t> x)</a:t>
            </a:r>
          </a:p>
          <a:p>
            <a:r>
              <a:rPr lang="ru-RU" dirty="0">
                <a:solidFill>
                  <a:schemeClr val="bg1"/>
                </a:solidFill>
              </a:rPr>
              <a:t>f(x) = -2.64878, f`(x) = -14.1014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10.  f(x) =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ln</a:t>
            </a:r>
            <a:r>
              <a:rPr lang="ru-RU" dirty="0">
                <a:solidFill>
                  <a:schemeClr val="bg1"/>
                </a:solidFill>
              </a:rPr>
              <a:t> x)</a:t>
            </a:r>
          </a:p>
          <a:p>
            <a:r>
              <a:rPr lang="ru-RU" dirty="0">
                <a:solidFill>
                  <a:schemeClr val="bg1"/>
                </a:solidFill>
              </a:rPr>
              <a:t>f(x) = 0.394446, f`(x) = 0.612613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11.  f(x) = </a:t>
            </a:r>
            <a:r>
              <a:rPr lang="ru-RU" dirty="0" err="1">
                <a:solidFill>
                  <a:schemeClr val="bg1"/>
                </a:solidFill>
              </a:rPr>
              <a:t>x^x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f(x) = 1.83712, f`(x) = 2.582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12.  f(x) = (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 x)^(</a:t>
            </a:r>
            <a:r>
              <a:rPr lang="ru-RU" dirty="0" err="1">
                <a:solidFill>
                  <a:schemeClr val="bg1"/>
                </a:solidFill>
              </a:rPr>
              <a:t>cos</a:t>
            </a:r>
            <a:r>
              <a:rPr lang="ru-RU" dirty="0">
                <a:solidFill>
                  <a:schemeClr val="bg1"/>
                </a:solidFill>
              </a:rPr>
              <a:t> x)</a:t>
            </a:r>
          </a:p>
          <a:p>
            <a:r>
              <a:rPr lang="ru-RU" dirty="0">
                <a:solidFill>
                  <a:schemeClr val="bg1"/>
                </a:solidFill>
              </a:rPr>
              <a:t>f(x) = 0.999823, f`(x) = 0.00751686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13.  f(x) =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 +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{x}}</a:t>
            </a:r>
          </a:p>
          <a:p>
            <a:r>
              <a:rPr lang="ru-RU" dirty="0">
                <a:solidFill>
                  <a:schemeClr val="bg1"/>
                </a:solidFill>
              </a:rPr>
              <a:t>f(x) = 1.65068, f`(x) = 0.426566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EB0C55-D4CA-B219-C2D9-3D5CC1179A46}"/>
              </a:ext>
            </a:extLst>
          </p:cNvPr>
          <p:cNvSpPr txBox="1"/>
          <p:nvPr/>
        </p:nvSpPr>
        <p:spPr>
          <a:xfrm>
            <a:off x="7898035" y="995613"/>
            <a:ext cx="46915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Тест 14.  f(x) = x^3 *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{x} - 1/x*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{x}</a:t>
            </a:r>
          </a:p>
          <a:p>
            <a:r>
              <a:rPr lang="ru-RU" dirty="0">
                <a:solidFill>
                  <a:schemeClr val="bg1"/>
                </a:solidFill>
              </a:rPr>
              <a:t>f(x) = 3.58918, f`(x) = 10.1892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15.  f(x) =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{{x-1}/{x+1}}</a:t>
            </a:r>
          </a:p>
          <a:p>
            <a:r>
              <a:rPr lang="ru-RU" dirty="0">
                <a:solidFill>
                  <a:schemeClr val="bg1"/>
                </a:solidFill>
              </a:rPr>
              <a:t>f(x) = 0.447214, f`(x) = 0.357771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16.  f(x) = </a:t>
            </a:r>
            <a:r>
              <a:rPr lang="ru-RU" dirty="0" err="1">
                <a:solidFill>
                  <a:schemeClr val="bg1"/>
                </a:solidFill>
              </a:rPr>
              <a:t>ln</a:t>
            </a:r>
            <a:r>
              <a:rPr lang="ru-RU" dirty="0">
                <a:solidFill>
                  <a:schemeClr val="bg1"/>
                </a:solidFill>
              </a:rPr>
              <a:t>(x + 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{x^2 + 1})</a:t>
            </a:r>
          </a:p>
          <a:p>
            <a:r>
              <a:rPr lang="ru-RU" dirty="0">
                <a:solidFill>
                  <a:schemeClr val="bg1"/>
                </a:solidFill>
              </a:rPr>
              <a:t>f(x) = 2.20824, f`(x) = 1.49872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17.  f(x) = e^{-x^2/2}</a:t>
            </a:r>
          </a:p>
          <a:p>
            <a:r>
              <a:rPr lang="ru-RU" dirty="0">
                <a:solidFill>
                  <a:schemeClr val="bg1"/>
                </a:solidFill>
              </a:rPr>
              <a:t>f(x) = 0.324652, f`(x) = -0.486979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18.  f(x) = x * </a:t>
            </a:r>
            <a:r>
              <a:rPr lang="ru-RU" dirty="0" err="1">
                <a:solidFill>
                  <a:schemeClr val="bg1"/>
                </a:solidFill>
              </a:rPr>
              <a:t>sin</a:t>
            </a:r>
            <a:r>
              <a:rPr lang="ru-RU" dirty="0">
                <a:solidFill>
                  <a:schemeClr val="bg1"/>
                </a:solidFill>
              </a:rPr>
              <a:t> x * </a:t>
            </a:r>
            <a:r>
              <a:rPr lang="ru-RU" dirty="0" err="1">
                <a:solidFill>
                  <a:schemeClr val="bg1"/>
                </a:solidFill>
              </a:rPr>
              <a:t>e^x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f(x) = 6.70569, f`(x) = 11.6517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19.  </a:t>
            </a:r>
            <a:r>
              <a:rPr lang="en-US" dirty="0">
                <a:solidFill>
                  <a:schemeClr val="bg1"/>
                </a:solidFill>
              </a:rPr>
              <a:t>f(x) = ln(ln(ln x)</a:t>
            </a:r>
            <a:r>
              <a:rPr lang="ru-RU" dirty="0">
                <a:solidFill>
                  <a:schemeClr val="bg1"/>
                </a:solidFill>
              </a:rPr>
              <a:t> (в точке </a:t>
            </a:r>
            <a:r>
              <a:rPr lang="en-US" dirty="0">
                <a:solidFill>
                  <a:schemeClr val="bg1"/>
                </a:solidFill>
              </a:rPr>
              <a:t>x = 10)</a:t>
            </a:r>
          </a:p>
          <a:p>
            <a:r>
              <a:rPr lang="en-US" dirty="0">
                <a:solidFill>
                  <a:schemeClr val="bg1"/>
                </a:solidFill>
              </a:rPr>
              <a:t>f(x) = -0.181483, f`(x) = 0.0520717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Тест 20.  f(x) = (</a:t>
            </a:r>
            <a:r>
              <a:rPr lang="ru-RU" dirty="0" err="1">
                <a:solidFill>
                  <a:schemeClr val="bg1"/>
                </a:solidFill>
              </a:rPr>
              <a:t>xsin</a:t>
            </a:r>
            <a:r>
              <a:rPr lang="ru-RU" dirty="0">
                <a:solidFill>
                  <a:schemeClr val="bg1"/>
                </a:solidFill>
              </a:rPr>
              <a:t> x)/(1 + x^2) + e^{</a:t>
            </a:r>
            <a:r>
              <a:rPr lang="ru-RU" dirty="0" err="1">
                <a:solidFill>
                  <a:schemeClr val="bg1"/>
                </a:solidFill>
              </a:rPr>
              <a:t>sqrt</a:t>
            </a:r>
            <a:r>
              <a:rPr lang="ru-RU" dirty="0">
                <a:solidFill>
                  <a:schemeClr val="bg1"/>
                </a:solidFill>
              </a:rPr>
              <a:t>{x}}</a:t>
            </a:r>
          </a:p>
          <a:p>
            <a:r>
              <a:rPr lang="ru-RU" dirty="0">
                <a:solidFill>
                  <a:schemeClr val="bg1"/>
                </a:solidFill>
              </a:rPr>
              <a:t>f(x) = 3.86368, f`(x) = 1.30399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CBC4A14-7F17-F003-E900-DBC1475B165A}"/>
              </a:ext>
            </a:extLst>
          </p:cNvPr>
          <p:cNvSpPr/>
          <p:nvPr/>
        </p:nvSpPr>
        <p:spPr>
          <a:xfrm>
            <a:off x="-10406922" y="-2"/>
            <a:ext cx="26316742" cy="83857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F2736-A497-DBF4-01A6-F9998373CA62}"/>
              </a:ext>
            </a:extLst>
          </p:cNvPr>
          <p:cNvSpPr txBox="1">
            <a:spLocks/>
          </p:cNvSpPr>
          <p:nvPr/>
        </p:nvSpPr>
        <p:spPr>
          <a:xfrm>
            <a:off x="-2034708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Тесты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378F553-9BC9-957A-DAA6-EEF2D66B7BC4}"/>
              </a:ext>
            </a:extLst>
          </p:cNvPr>
          <p:cNvSpPr txBox="1">
            <a:spLocks/>
          </p:cNvSpPr>
          <p:nvPr/>
        </p:nvSpPr>
        <p:spPr>
          <a:xfrm>
            <a:off x="11648231" y="-241567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Вопросы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180C113-BD13-9CEB-D88C-2F3B673C8E55}"/>
              </a:ext>
            </a:extLst>
          </p:cNvPr>
          <p:cNvSpPr txBox="1">
            <a:spLocks/>
          </p:cNvSpPr>
          <p:nvPr/>
        </p:nvSpPr>
        <p:spPr>
          <a:xfrm>
            <a:off x="-1783552" y="-1248792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206281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BF3F2-E919-33CA-4A6D-D35B2E13B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2B088D4-B75B-B947-DC47-3A927B767A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4F1AD644-0336-BB23-DFF5-D4596077765B}"/>
              </a:ext>
            </a:extLst>
          </p:cNvPr>
          <p:cNvSpPr txBox="1">
            <a:spLocks/>
          </p:cNvSpPr>
          <p:nvPr/>
        </p:nvSpPr>
        <p:spPr>
          <a:xfrm>
            <a:off x="-5949055" y="-219296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Реализация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5F31656-1658-65D2-D1D7-90D7B934C0BE}"/>
              </a:ext>
            </a:extLst>
          </p:cNvPr>
          <p:cNvSpPr/>
          <p:nvPr/>
        </p:nvSpPr>
        <p:spPr>
          <a:xfrm>
            <a:off x="-10406922" y="-2"/>
            <a:ext cx="26316742" cy="83857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C9A50-5618-E6BA-5B89-77E6F37BD130}"/>
              </a:ext>
            </a:extLst>
          </p:cNvPr>
          <p:cNvSpPr txBox="1">
            <a:spLocks/>
          </p:cNvSpPr>
          <p:nvPr/>
        </p:nvSpPr>
        <p:spPr>
          <a:xfrm>
            <a:off x="-1783552" y="-209757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Вывод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AB386884-A191-329F-FD4A-47CB1C1393F6}"/>
              </a:ext>
            </a:extLst>
          </p:cNvPr>
          <p:cNvSpPr txBox="1">
            <a:spLocks/>
          </p:cNvSpPr>
          <p:nvPr/>
        </p:nvSpPr>
        <p:spPr>
          <a:xfrm>
            <a:off x="11648231" y="-241567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Вопросы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2684C-BC90-8F44-5907-729A8776C78E}"/>
              </a:ext>
            </a:extLst>
          </p:cNvPr>
          <p:cNvSpPr txBox="1"/>
          <p:nvPr/>
        </p:nvSpPr>
        <p:spPr>
          <a:xfrm>
            <a:off x="246668" y="1387800"/>
            <a:ext cx="11698664" cy="1384995"/>
          </a:xfrm>
          <a:custGeom>
            <a:avLst/>
            <a:gdLst>
              <a:gd name="csX0" fmla="*/ 0 w 11698664"/>
              <a:gd name="csY0" fmla="*/ 0 h 1384995"/>
              <a:gd name="csX1" fmla="*/ 571170 w 11698664"/>
              <a:gd name="csY1" fmla="*/ 0 h 1384995"/>
              <a:gd name="csX2" fmla="*/ 908367 w 11698664"/>
              <a:gd name="csY2" fmla="*/ 0 h 1384995"/>
              <a:gd name="csX3" fmla="*/ 1830497 w 11698664"/>
              <a:gd name="csY3" fmla="*/ 0 h 1384995"/>
              <a:gd name="csX4" fmla="*/ 2401667 w 11698664"/>
              <a:gd name="csY4" fmla="*/ 0 h 1384995"/>
              <a:gd name="csX5" fmla="*/ 2972837 w 11698664"/>
              <a:gd name="csY5" fmla="*/ 0 h 1384995"/>
              <a:gd name="csX6" fmla="*/ 3894967 w 11698664"/>
              <a:gd name="csY6" fmla="*/ 0 h 1384995"/>
              <a:gd name="csX7" fmla="*/ 4349150 w 11698664"/>
              <a:gd name="csY7" fmla="*/ 0 h 1384995"/>
              <a:gd name="csX8" fmla="*/ 5271280 w 11698664"/>
              <a:gd name="csY8" fmla="*/ 0 h 1384995"/>
              <a:gd name="csX9" fmla="*/ 6193410 w 11698664"/>
              <a:gd name="csY9" fmla="*/ 0 h 1384995"/>
              <a:gd name="csX10" fmla="*/ 6881567 w 11698664"/>
              <a:gd name="csY10" fmla="*/ 0 h 1384995"/>
              <a:gd name="csX11" fmla="*/ 7803697 w 11698664"/>
              <a:gd name="csY11" fmla="*/ 0 h 1384995"/>
              <a:gd name="csX12" fmla="*/ 8374867 w 11698664"/>
              <a:gd name="csY12" fmla="*/ 0 h 1384995"/>
              <a:gd name="csX13" fmla="*/ 8946037 w 11698664"/>
              <a:gd name="csY13" fmla="*/ 0 h 1384995"/>
              <a:gd name="csX14" fmla="*/ 9751181 w 11698664"/>
              <a:gd name="csY14" fmla="*/ 0 h 1384995"/>
              <a:gd name="csX15" fmla="*/ 10322351 w 11698664"/>
              <a:gd name="csY15" fmla="*/ 0 h 1384995"/>
              <a:gd name="csX16" fmla="*/ 11698664 w 11698664"/>
              <a:gd name="csY16" fmla="*/ 0 h 1384995"/>
              <a:gd name="csX17" fmla="*/ 11698664 w 11698664"/>
              <a:gd name="csY17" fmla="*/ 720197 h 1384995"/>
              <a:gd name="csX18" fmla="*/ 11698664 w 11698664"/>
              <a:gd name="csY18" fmla="*/ 1384995 h 1384995"/>
              <a:gd name="csX19" fmla="*/ 10893521 w 11698664"/>
              <a:gd name="csY19" fmla="*/ 1384995 h 1384995"/>
              <a:gd name="csX20" fmla="*/ 10439337 w 11698664"/>
              <a:gd name="csY20" fmla="*/ 1384995 h 1384995"/>
              <a:gd name="csX21" fmla="*/ 9517207 w 11698664"/>
              <a:gd name="csY21" fmla="*/ 1384995 h 1384995"/>
              <a:gd name="csX22" fmla="*/ 8829051 w 11698664"/>
              <a:gd name="csY22" fmla="*/ 1384995 h 1384995"/>
              <a:gd name="csX23" fmla="*/ 8374867 w 11698664"/>
              <a:gd name="csY23" fmla="*/ 1384995 h 1384995"/>
              <a:gd name="csX24" fmla="*/ 7686710 w 11698664"/>
              <a:gd name="csY24" fmla="*/ 1384995 h 1384995"/>
              <a:gd name="csX25" fmla="*/ 7349514 w 11698664"/>
              <a:gd name="csY25" fmla="*/ 1384995 h 1384995"/>
              <a:gd name="csX26" fmla="*/ 7012317 w 11698664"/>
              <a:gd name="csY26" fmla="*/ 1384995 h 1384995"/>
              <a:gd name="csX27" fmla="*/ 6324160 w 11698664"/>
              <a:gd name="csY27" fmla="*/ 1384995 h 1384995"/>
              <a:gd name="csX28" fmla="*/ 5869977 w 11698664"/>
              <a:gd name="csY28" fmla="*/ 1384995 h 1384995"/>
              <a:gd name="csX29" fmla="*/ 5064833 w 11698664"/>
              <a:gd name="csY29" fmla="*/ 1384995 h 1384995"/>
              <a:gd name="csX30" fmla="*/ 4610650 w 11698664"/>
              <a:gd name="csY30" fmla="*/ 1384995 h 1384995"/>
              <a:gd name="csX31" fmla="*/ 3805507 w 11698664"/>
              <a:gd name="csY31" fmla="*/ 1384995 h 1384995"/>
              <a:gd name="csX32" fmla="*/ 3468310 w 11698664"/>
              <a:gd name="csY32" fmla="*/ 1384995 h 1384995"/>
              <a:gd name="csX33" fmla="*/ 2663166 w 11698664"/>
              <a:gd name="csY33" fmla="*/ 1384995 h 1384995"/>
              <a:gd name="csX34" fmla="*/ 2208983 w 11698664"/>
              <a:gd name="csY34" fmla="*/ 1384995 h 1384995"/>
              <a:gd name="csX35" fmla="*/ 1871786 w 11698664"/>
              <a:gd name="csY35" fmla="*/ 1384995 h 1384995"/>
              <a:gd name="csX36" fmla="*/ 1417603 w 11698664"/>
              <a:gd name="csY36" fmla="*/ 1384995 h 1384995"/>
              <a:gd name="csX37" fmla="*/ 612459 w 11698664"/>
              <a:gd name="csY37" fmla="*/ 1384995 h 1384995"/>
              <a:gd name="csX38" fmla="*/ 0 w 11698664"/>
              <a:gd name="csY38" fmla="*/ 1384995 h 1384995"/>
              <a:gd name="csX39" fmla="*/ 0 w 11698664"/>
              <a:gd name="csY39" fmla="*/ 734047 h 1384995"/>
              <a:gd name="csX40" fmla="*/ 0 w 11698664"/>
              <a:gd name="csY40" fmla="*/ 0 h 1384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1698664" h="1384995" extrusionOk="0">
                <a:moveTo>
                  <a:pt x="0" y="0"/>
                </a:moveTo>
                <a:cubicBezTo>
                  <a:pt x="248967" y="24382"/>
                  <a:pt x="383309" y="-4899"/>
                  <a:pt x="571170" y="0"/>
                </a:cubicBezTo>
                <a:cubicBezTo>
                  <a:pt x="759031" y="4899"/>
                  <a:pt x="796587" y="-16716"/>
                  <a:pt x="908367" y="0"/>
                </a:cubicBezTo>
                <a:cubicBezTo>
                  <a:pt x="1020147" y="16716"/>
                  <a:pt x="1435712" y="507"/>
                  <a:pt x="1830497" y="0"/>
                </a:cubicBezTo>
                <a:cubicBezTo>
                  <a:pt x="2225282" y="-507"/>
                  <a:pt x="2212027" y="-19625"/>
                  <a:pt x="2401667" y="0"/>
                </a:cubicBezTo>
                <a:cubicBezTo>
                  <a:pt x="2591307" y="19625"/>
                  <a:pt x="2806852" y="16752"/>
                  <a:pt x="2972837" y="0"/>
                </a:cubicBezTo>
                <a:cubicBezTo>
                  <a:pt x="3138822" y="-16752"/>
                  <a:pt x="3446470" y="22974"/>
                  <a:pt x="3894967" y="0"/>
                </a:cubicBezTo>
                <a:cubicBezTo>
                  <a:pt x="4343464" y="-22974"/>
                  <a:pt x="4211858" y="-5159"/>
                  <a:pt x="4349150" y="0"/>
                </a:cubicBezTo>
                <a:cubicBezTo>
                  <a:pt x="4486442" y="5159"/>
                  <a:pt x="5008984" y="-21928"/>
                  <a:pt x="5271280" y="0"/>
                </a:cubicBezTo>
                <a:cubicBezTo>
                  <a:pt x="5533576" y="21928"/>
                  <a:pt x="5854690" y="-5558"/>
                  <a:pt x="6193410" y="0"/>
                </a:cubicBezTo>
                <a:cubicBezTo>
                  <a:pt x="6532130" y="5558"/>
                  <a:pt x="6719406" y="-599"/>
                  <a:pt x="6881567" y="0"/>
                </a:cubicBezTo>
                <a:cubicBezTo>
                  <a:pt x="7043728" y="599"/>
                  <a:pt x="7384675" y="40626"/>
                  <a:pt x="7803697" y="0"/>
                </a:cubicBezTo>
                <a:cubicBezTo>
                  <a:pt x="8222719" y="-40626"/>
                  <a:pt x="8254373" y="21840"/>
                  <a:pt x="8374867" y="0"/>
                </a:cubicBezTo>
                <a:cubicBezTo>
                  <a:pt x="8495361" y="-21840"/>
                  <a:pt x="8670506" y="-12686"/>
                  <a:pt x="8946037" y="0"/>
                </a:cubicBezTo>
                <a:cubicBezTo>
                  <a:pt x="9221568" y="12686"/>
                  <a:pt x="9451794" y="-40123"/>
                  <a:pt x="9751181" y="0"/>
                </a:cubicBezTo>
                <a:cubicBezTo>
                  <a:pt x="10050568" y="40123"/>
                  <a:pt x="10149429" y="1142"/>
                  <a:pt x="10322351" y="0"/>
                </a:cubicBezTo>
                <a:cubicBezTo>
                  <a:pt x="10495273" y="-1142"/>
                  <a:pt x="11256641" y="-7815"/>
                  <a:pt x="11698664" y="0"/>
                </a:cubicBezTo>
                <a:cubicBezTo>
                  <a:pt x="11715961" y="276777"/>
                  <a:pt x="11685341" y="499479"/>
                  <a:pt x="11698664" y="720197"/>
                </a:cubicBezTo>
                <a:cubicBezTo>
                  <a:pt x="11711987" y="940915"/>
                  <a:pt x="11685302" y="1167061"/>
                  <a:pt x="11698664" y="1384995"/>
                </a:cubicBezTo>
                <a:cubicBezTo>
                  <a:pt x="11358949" y="1418853"/>
                  <a:pt x="11065627" y="1420637"/>
                  <a:pt x="10893521" y="1384995"/>
                </a:cubicBezTo>
                <a:cubicBezTo>
                  <a:pt x="10721415" y="1349353"/>
                  <a:pt x="10639296" y="1378069"/>
                  <a:pt x="10439337" y="1384995"/>
                </a:cubicBezTo>
                <a:cubicBezTo>
                  <a:pt x="10239378" y="1391921"/>
                  <a:pt x="9877506" y="1415105"/>
                  <a:pt x="9517207" y="1384995"/>
                </a:cubicBezTo>
                <a:cubicBezTo>
                  <a:pt x="9156908" y="1354886"/>
                  <a:pt x="9151197" y="1386310"/>
                  <a:pt x="8829051" y="1384995"/>
                </a:cubicBezTo>
                <a:cubicBezTo>
                  <a:pt x="8506905" y="1383680"/>
                  <a:pt x="8559774" y="1370594"/>
                  <a:pt x="8374867" y="1384995"/>
                </a:cubicBezTo>
                <a:cubicBezTo>
                  <a:pt x="8189960" y="1399396"/>
                  <a:pt x="7967755" y="1352713"/>
                  <a:pt x="7686710" y="1384995"/>
                </a:cubicBezTo>
                <a:cubicBezTo>
                  <a:pt x="7405665" y="1417277"/>
                  <a:pt x="7417135" y="1399947"/>
                  <a:pt x="7349514" y="1384995"/>
                </a:cubicBezTo>
                <a:cubicBezTo>
                  <a:pt x="7281893" y="1370043"/>
                  <a:pt x="7081618" y="1368542"/>
                  <a:pt x="7012317" y="1384995"/>
                </a:cubicBezTo>
                <a:cubicBezTo>
                  <a:pt x="6943016" y="1401448"/>
                  <a:pt x="6502355" y="1377686"/>
                  <a:pt x="6324160" y="1384995"/>
                </a:cubicBezTo>
                <a:cubicBezTo>
                  <a:pt x="6145965" y="1392304"/>
                  <a:pt x="6044431" y="1392462"/>
                  <a:pt x="5869977" y="1384995"/>
                </a:cubicBezTo>
                <a:cubicBezTo>
                  <a:pt x="5695523" y="1377528"/>
                  <a:pt x="5297001" y="1346691"/>
                  <a:pt x="5064833" y="1384995"/>
                </a:cubicBezTo>
                <a:cubicBezTo>
                  <a:pt x="4832665" y="1423299"/>
                  <a:pt x="4737061" y="1365675"/>
                  <a:pt x="4610650" y="1384995"/>
                </a:cubicBezTo>
                <a:cubicBezTo>
                  <a:pt x="4484239" y="1404315"/>
                  <a:pt x="4150765" y="1393320"/>
                  <a:pt x="3805507" y="1384995"/>
                </a:cubicBezTo>
                <a:cubicBezTo>
                  <a:pt x="3460249" y="1376670"/>
                  <a:pt x="3633806" y="1401538"/>
                  <a:pt x="3468310" y="1384995"/>
                </a:cubicBezTo>
                <a:cubicBezTo>
                  <a:pt x="3302814" y="1368452"/>
                  <a:pt x="2872790" y="1359108"/>
                  <a:pt x="2663166" y="1384995"/>
                </a:cubicBezTo>
                <a:cubicBezTo>
                  <a:pt x="2453542" y="1410882"/>
                  <a:pt x="2322861" y="1382031"/>
                  <a:pt x="2208983" y="1384995"/>
                </a:cubicBezTo>
                <a:cubicBezTo>
                  <a:pt x="2095105" y="1387959"/>
                  <a:pt x="2019007" y="1393967"/>
                  <a:pt x="1871786" y="1384995"/>
                </a:cubicBezTo>
                <a:cubicBezTo>
                  <a:pt x="1724565" y="1376023"/>
                  <a:pt x="1642517" y="1376260"/>
                  <a:pt x="1417603" y="1384995"/>
                </a:cubicBezTo>
                <a:cubicBezTo>
                  <a:pt x="1192689" y="1393730"/>
                  <a:pt x="954815" y="1377086"/>
                  <a:pt x="612459" y="1384995"/>
                </a:cubicBezTo>
                <a:cubicBezTo>
                  <a:pt x="270103" y="1392904"/>
                  <a:pt x="135462" y="1412853"/>
                  <a:pt x="0" y="1384995"/>
                </a:cubicBezTo>
                <a:cubicBezTo>
                  <a:pt x="-1795" y="1150573"/>
                  <a:pt x="-23966" y="941530"/>
                  <a:pt x="0" y="734047"/>
                </a:cubicBezTo>
                <a:cubicBezTo>
                  <a:pt x="23966" y="526564"/>
                  <a:pt x="-18548" y="35830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Таким образом АД сохраняет плюсы символьного и численного методов, такие как точность и скорость, но при этом работает с любым кодом(условия, циклы)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AF6BB404-6E89-A056-636B-4C38831BB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114897"/>
              </p:ext>
            </p:extLst>
          </p:nvPr>
        </p:nvGraphicFramePr>
        <p:xfrm>
          <a:off x="991497" y="3348893"/>
          <a:ext cx="10209006" cy="2933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740">
                  <a:extLst>
                    <a:ext uri="{9D8B030D-6E8A-4147-A177-3AD203B41FA5}">
                      <a16:colId xmlns:a16="http://schemas.microsoft.com/office/drawing/2014/main" val="566580011"/>
                    </a:ext>
                  </a:extLst>
                </a:gridCol>
                <a:gridCol w="2556571">
                  <a:extLst>
                    <a:ext uri="{9D8B030D-6E8A-4147-A177-3AD203B41FA5}">
                      <a16:colId xmlns:a16="http://schemas.microsoft.com/office/drawing/2014/main" val="207957915"/>
                    </a:ext>
                  </a:extLst>
                </a:gridCol>
                <a:gridCol w="3188013">
                  <a:extLst>
                    <a:ext uri="{9D8B030D-6E8A-4147-A177-3AD203B41FA5}">
                      <a16:colId xmlns:a16="http://schemas.microsoft.com/office/drawing/2014/main" val="2744609182"/>
                    </a:ext>
                  </a:extLst>
                </a:gridCol>
                <a:gridCol w="2366682">
                  <a:extLst>
                    <a:ext uri="{9D8B030D-6E8A-4147-A177-3AD203B41FA5}">
                      <a16:colId xmlns:a16="http://schemas.microsoft.com/office/drawing/2014/main" val="2218338049"/>
                    </a:ext>
                  </a:extLst>
                </a:gridCol>
              </a:tblGrid>
              <a:tr h="536616">
                <a:tc>
                  <a:txBody>
                    <a:bodyPr/>
                    <a:lstStyle/>
                    <a:p>
                      <a:r>
                        <a:rPr lang="ru-RU" sz="2400" dirty="0"/>
                        <a:t>Методы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Применимость к коду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Эффективность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477137"/>
                  </a:ext>
                </a:extLst>
              </a:tr>
              <a:tr h="536616">
                <a:tc>
                  <a:txBody>
                    <a:bodyPr/>
                    <a:lstStyle/>
                    <a:p>
                      <a:r>
                        <a:rPr lang="ru-RU" sz="2400" b="1" dirty="0"/>
                        <a:t>АД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Точная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Любой 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Хорошо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561781"/>
                  </a:ext>
                </a:extLst>
              </a:tr>
              <a:tr h="1323161">
                <a:tc>
                  <a:txBody>
                    <a:bodyPr/>
                    <a:lstStyle/>
                    <a:p>
                      <a:r>
                        <a:rPr lang="ru-RU" sz="2400" b="1" dirty="0"/>
                        <a:t>Символьный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Точная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справляется с циклами и сложными условиями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Плохо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25364"/>
                  </a:ext>
                </a:extLst>
              </a:tr>
              <a:tr h="536616">
                <a:tc>
                  <a:txBody>
                    <a:bodyPr/>
                    <a:lstStyle/>
                    <a:p>
                      <a:r>
                        <a:rPr lang="ru-RU" sz="2400" b="1" dirty="0"/>
                        <a:t>Численный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Приближённая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Любой 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Хорошо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032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5651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 invX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76297-A8D1-5B23-B6BD-22C566952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5E9F146-B16B-D1BA-C16D-E8194FD2FAF8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95B869-547E-C808-AE2E-316D46B7D5CF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95B869-547E-C808-AE2E-316D46B7D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DE5125-30D7-EC3A-DE7B-F675CA134555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DE5125-30D7-EC3A-DE7B-F675CA134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2B8E6A2-014F-23D7-B304-548DD957573C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0568749-3EE5-E8C1-1F28-9E7953A02BA9}"/>
              </a:ext>
            </a:extLst>
          </p:cNvPr>
          <p:cNvSpPr/>
          <p:nvPr/>
        </p:nvSpPr>
        <p:spPr>
          <a:xfrm>
            <a:off x="-9370602" y="2469930"/>
            <a:ext cx="26316742" cy="2115727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33ACC87-99C5-6DEC-A5CA-BC8E8EECC583}"/>
              </a:ext>
            </a:extLst>
          </p:cNvPr>
          <p:cNvSpPr txBox="1">
            <a:spLocks/>
          </p:cNvSpPr>
          <p:nvPr/>
        </p:nvSpPr>
        <p:spPr>
          <a:xfrm>
            <a:off x="-7337697" y="359407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500C7-20E2-8278-47B2-C0776BE59E9A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888BDD2-E36F-63A3-4927-9E14B0A0B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32" y="9451947"/>
            <a:ext cx="5656730" cy="4242548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FE59622A-9924-1EBB-3EB7-C1C40AA1EDF4}"/>
              </a:ext>
            </a:extLst>
          </p:cNvPr>
          <p:cNvGraphicFramePr>
            <a:graphicFrameLocks noGrp="1"/>
          </p:cNvGraphicFramePr>
          <p:nvPr/>
        </p:nvGraphicFramePr>
        <p:xfrm>
          <a:off x="1961990" y="8567218"/>
          <a:ext cx="8128000" cy="1950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Повторное использование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Медленная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Разрастание выражений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Общий вид решения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 дружит с кодом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98747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78CD2DC-BB8D-EB0A-4654-D92E885237D8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E142569-E8D6-00DC-BEFF-E9955438D04A}"/>
              </a:ext>
            </a:extLst>
          </p:cNvPr>
          <p:cNvSpPr txBox="1">
            <a:spLocks/>
          </p:cNvSpPr>
          <p:nvPr/>
        </p:nvSpPr>
        <p:spPr>
          <a:xfrm>
            <a:off x="2947847" y="2864994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Вопросы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56D9717-6880-B59E-374F-1C25A1593FFE}"/>
              </a:ext>
            </a:extLst>
          </p:cNvPr>
          <p:cNvSpPr txBox="1">
            <a:spLocks/>
          </p:cNvSpPr>
          <p:nvPr/>
        </p:nvSpPr>
        <p:spPr>
          <a:xfrm>
            <a:off x="-7325985" y="3707438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D41417C7-1BFB-ABE8-52F2-436EC8C8B8B4}"/>
              </a:ext>
            </a:extLst>
          </p:cNvPr>
          <p:cNvSpPr txBox="1">
            <a:spLocks/>
          </p:cNvSpPr>
          <p:nvPr/>
        </p:nvSpPr>
        <p:spPr>
          <a:xfrm>
            <a:off x="-6474628" y="3030068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Тесты</a:t>
            </a:r>
          </a:p>
        </p:txBody>
      </p:sp>
    </p:spTree>
    <p:extLst>
      <p:ext uri="{BB962C8B-B14F-4D97-AF65-F5344CB8AC3E}">
        <p14:creationId xmlns:p14="http://schemas.microsoft.com/office/powerpoint/2010/main" val="11208160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F6AE-003B-23E2-7475-4E3EDF68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1F09C6F-2FA9-AF8D-4A3C-0DEB3FA3E69E}"/>
              </a:ext>
            </a:extLst>
          </p:cNvPr>
          <p:cNvSpPr/>
          <p:nvPr/>
        </p:nvSpPr>
        <p:spPr>
          <a:xfrm>
            <a:off x="-5" y="0"/>
            <a:ext cx="12192000" cy="6858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2D30A3-61C2-5F59-9077-9A59B0C2E3E4}"/>
                  </a:ext>
                </a:extLst>
              </p:cNvPr>
              <p:cNvSpPr txBox="1"/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2D30A3-61C2-5F59-9077-9A59B0C2E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728" y="-1769601"/>
                <a:ext cx="5949449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F06C42-DDC4-0FE5-8897-B5627A70B6EB}"/>
                  </a:ext>
                </a:extLst>
              </p:cNvPr>
              <p:cNvSpPr txBox="1"/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func>
                    </m:oMath>
                  </m:oMathPara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F06C42-DDC4-0FE5-8897-B5627A70B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598" y="-3390947"/>
                <a:ext cx="379713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BC0E812-D80D-5688-9645-F07366E1ECA3}"/>
              </a:ext>
            </a:extLst>
          </p:cNvPr>
          <p:cNvSpPr txBox="1"/>
          <p:nvPr/>
        </p:nvSpPr>
        <p:spPr>
          <a:xfrm>
            <a:off x="326568" y="-4764513"/>
            <a:ext cx="11538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Символьное: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863DA35-8C6E-1880-7B60-58F1DAD14EFA}"/>
              </a:ext>
            </a:extLst>
          </p:cNvPr>
          <p:cNvSpPr txBox="1">
            <a:spLocks/>
          </p:cNvSpPr>
          <p:nvPr/>
        </p:nvSpPr>
        <p:spPr>
          <a:xfrm>
            <a:off x="-7337697" y="3594072"/>
            <a:ext cx="629629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Виды дифференцирования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75CE0-2CF2-9973-311C-A9172F71E2CB}"/>
              </a:ext>
            </a:extLst>
          </p:cNvPr>
          <p:cNvSpPr txBox="1"/>
          <p:nvPr/>
        </p:nvSpPr>
        <p:spPr>
          <a:xfrm>
            <a:off x="326569" y="7216606"/>
            <a:ext cx="11538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i="0" dirty="0">
                <a:solidFill>
                  <a:srgbClr val="2C2D2E"/>
                </a:solidFill>
                <a:effectLst/>
                <a:latin typeface="Helvetica" panose="020B0604020202020204" pitchFamily="34" charset="0"/>
              </a:rPr>
              <a:t>Без света мы не смогли бы видеть окружающий нас мир!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CCA441D-E7F3-02C2-696D-4A323368B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32" y="9451947"/>
            <a:ext cx="5656730" cy="4242548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6A8A408E-AC4A-FF63-C2B3-5D5FA4E64443}"/>
              </a:ext>
            </a:extLst>
          </p:cNvPr>
          <p:cNvGraphicFramePr>
            <a:graphicFrameLocks noGrp="1"/>
          </p:cNvGraphicFramePr>
          <p:nvPr/>
        </p:nvGraphicFramePr>
        <p:xfrm>
          <a:off x="1961990" y="8567218"/>
          <a:ext cx="8128000" cy="19507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9384064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79713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3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Повторное использование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Медленная работа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568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Точность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Разрастание выражений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98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0" kern="1200" dirty="0">
                          <a:solidFill>
                            <a:schemeClr val="dk1"/>
                          </a:solidFill>
                          <a:effectLst/>
                        </a:rPr>
                        <a:t>Общий вид решения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Плохо дружит с кодом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398747"/>
                  </a:ext>
                </a:extLst>
              </a:tr>
            </a:tbl>
          </a:graphicData>
        </a:graphic>
      </p:graphicFrame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4C0CFC8-2576-28CD-16DC-D419C5620D8B}"/>
              </a:ext>
            </a:extLst>
          </p:cNvPr>
          <p:cNvSpPr txBox="1">
            <a:spLocks/>
          </p:cNvSpPr>
          <p:nvPr/>
        </p:nvSpPr>
        <p:spPr>
          <a:xfrm>
            <a:off x="145143" y="-1636358"/>
            <a:ext cx="11761694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000" b="1" dirty="0">
                <a:solidFill>
                  <a:schemeClr val="bg1"/>
                </a:solidFill>
              </a:rPr>
              <a:t>Развитие технологий передачи информации светом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8A880BB-EA2B-71D9-8FC7-81319AC65A8A}"/>
              </a:ext>
            </a:extLst>
          </p:cNvPr>
          <p:cNvSpPr txBox="1">
            <a:spLocks/>
          </p:cNvSpPr>
          <p:nvPr/>
        </p:nvSpPr>
        <p:spPr>
          <a:xfrm>
            <a:off x="-7325985" y="3707438"/>
            <a:ext cx="7383417" cy="79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b="1" dirty="0">
                <a:solidFill>
                  <a:schemeClr val="bg1"/>
                </a:solidFill>
              </a:rPr>
              <a:t>Пример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44F1F9E0-CC77-CC48-5C8C-FFA906B67A82}"/>
              </a:ext>
            </a:extLst>
          </p:cNvPr>
          <p:cNvSpPr txBox="1">
            <a:spLocks/>
          </p:cNvSpPr>
          <p:nvPr/>
        </p:nvSpPr>
        <p:spPr>
          <a:xfrm>
            <a:off x="-6474628" y="3030068"/>
            <a:ext cx="6296297" cy="1128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Тесты</a:t>
            </a:r>
          </a:p>
        </p:txBody>
      </p:sp>
      <p:pic>
        <p:nvPicPr>
          <p:cNvPr id="21" name="Рисунок 20" descr="Изображение выглядит как Человеческое лицо, человек, свеча, одежда">
            <a:extLst>
              <a:ext uri="{FF2B5EF4-FFF2-40B4-BE49-F238E27FC236}">
                <a16:creationId xmlns:a16="http://schemas.microsoft.com/office/drawing/2014/main" id="{BBC32F62-BBD0-8A86-712A-088541F3BA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0397" cy="68837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D5C3E14-618C-F372-7939-7909A7171EB8}"/>
              </a:ext>
            </a:extLst>
          </p:cNvPr>
          <p:cNvSpPr txBox="1"/>
          <p:nvPr/>
        </p:nvSpPr>
        <p:spPr>
          <a:xfrm>
            <a:off x="2856340" y="46230"/>
            <a:ext cx="7107395" cy="92333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5400" b="1" dirty="0">
                <a:ln>
                  <a:solidFill>
                    <a:schemeClr val="accent1">
                      <a:shade val="15000"/>
                    </a:schemeClr>
                  </a:solidFill>
                </a:ln>
                <a:solidFill>
                  <a:schemeClr val="bg1"/>
                </a:solidFill>
              </a:rPr>
              <a:t>Презентация окончена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F96F29-5E74-A306-85AA-93CD3D7221CE}"/>
              </a:ext>
            </a:extLst>
          </p:cNvPr>
          <p:cNvSpPr txBox="1"/>
          <p:nvPr/>
        </p:nvSpPr>
        <p:spPr>
          <a:xfrm>
            <a:off x="2198660" y="5868120"/>
            <a:ext cx="765466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ru-RU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08676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3294</TotalTime>
  <Words>1839</Words>
  <Application>Microsoft Office PowerPoint</Application>
  <PresentationFormat>Широкоэкранный</PresentationFormat>
  <Paragraphs>305</Paragraphs>
  <Slides>19</Slides>
  <Notes>0</Notes>
  <HiddenSlides>0</HiddenSlides>
  <MMClips>7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Cambria Math</vt:lpstr>
      <vt:lpstr>Consolas</vt:lpstr>
      <vt:lpstr>Helvetica</vt:lpstr>
      <vt:lpstr>Тема Office</vt:lpstr>
      <vt:lpstr>Автоматическое дифференцирование и Дуальные числа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проекта:  «Свет и оптические явления интерференции света»</dc:title>
  <dc:creator>Pro Gamer</dc:creator>
  <cp:lastModifiedBy>DMITRY H.</cp:lastModifiedBy>
  <cp:revision>128</cp:revision>
  <dcterms:created xsi:type="dcterms:W3CDTF">2024-03-20T17:04:08Z</dcterms:created>
  <dcterms:modified xsi:type="dcterms:W3CDTF">2025-12-09T13:50:40Z</dcterms:modified>
</cp:coreProperties>
</file>